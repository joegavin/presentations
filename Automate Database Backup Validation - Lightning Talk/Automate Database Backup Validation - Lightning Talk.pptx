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5" r:id="rId4"/>
    <p:sldId id="262" r:id="rId5"/>
    <p:sldId id="287" r:id="rId6"/>
    <p:sldId id="286" r:id="rId7"/>
    <p:sldId id="268" r:id="rId8"/>
    <p:sldId id="263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947EAF-981C-4424-85E1-9FF5CE2B3172}" v="144" dt="2023-01-10T13:31:05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Gavin" userId="83b1ca5a-81db-48a4-a271-22baf4ef4251" providerId="ADAL" clId="{7ED54B7E-0EF6-45CC-B6E3-F1C5CAED81BC}"/>
    <pc:docChg chg="undo custSel addSld delSld modSld sldOrd">
      <pc:chgData name="Joe Gavin" userId="83b1ca5a-81db-48a4-a271-22baf4ef4251" providerId="ADAL" clId="{7ED54B7E-0EF6-45CC-B6E3-F1C5CAED81BC}" dt="2023-01-07T17:34:04.841" v="2499"/>
      <pc:docMkLst>
        <pc:docMk/>
      </pc:docMkLst>
      <pc:sldChg chg="addSp delSp modSp mod setBg">
        <pc:chgData name="Joe Gavin" userId="83b1ca5a-81db-48a4-a271-22baf4ef4251" providerId="ADAL" clId="{7ED54B7E-0EF6-45CC-B6E3-F1C5CAED81BC}" dt="2022-12-23T16:32:07.205" v="1702"/>
        <pc:sldMkLst>
          <pc:docMk/>
          <pc:sldMk cId="2563631651" sldId="256"/>
        </pc:sldMkLst>
        <pc:spChg chg="mod">
          <ac:chgData name="Joe Gavin" userId="83b1ca5a-81db-48a4-a271-22baf4ef4251" providerId="ADAL" clId="{7ED54B7E-0EF6-45CC-B6E3-F1C5CAED81BC}" dt="2022-12-23T12:32:49.682" v="1426" actId="6549"/>
          <ac:spMkLst>
            <pc:docMk/>
            <pc:sldMk cId="2563631651" sldId="256"/>
            <ac:spMk id="2" creationId="{2DCDACCD-0C65-75F4-60D2-40207A98568D}"/>
          </ac:spMkLst>
        </pc:spChg>
        <pc:spChg chg="del mod">
          <ac:chgData name="Joe Gavin" userId="83b1ca5a-81db-48a4-a271-22baf4ef4251" providerId="ADAL" clId="{7ED54B7E-0EF6-45CC-B6E3-F1C5CAED81BC}" dt="2022-12-20T21:47:05.880" v="772" actId="21"/>
          <ac:spMkLst>
            <pc:docMk/>
            <pc:sldMk cId="2563631651" sldId="256"/>
            <ac:spMk id="3" creationId="{7A6C33EE-A4FF-8F94-A8A8-0AADBB6B2496}"/>
          </ac:spMkLst>
        </pc:spChg>
        <pc:spChg chg="add del mod">
          <ac:chgData name="Joe Gavin" userId="83b1ca5a-81db-48a4-a271-22baf4ef4251" providerId="ADAL" clId="{7ED54B7E-0EF6-45CC-B6E3-F1C5CAED81BC}" dt="2022-12-20T21:46:14.510" v="767"/>
          <ac:spMkLst>
            <pc:docMk/>
            <pc:sldMk cId="2563631651" sldId="256"/>
            <ac:spMk id="4" creationId="{34BC5CCE-BF23-3951-8A48-D8671F37A1A6}"/>
          </ac:spMkLst>
        </pc:spChg>
        <pc:spChg chg="add del mod">
          <ac:chgData name="Joe Gavin" userId="83b1ca5a-81db-48a4-a271-22baf4ef4251" providerId="ADAL" clId="{7ED54B7E-0EF6-45CC-B6E3-F1C5CAED81BC}" dt="2022-12-20T21:46:14.510" v="767"/>
          <ac:spMkLst>
            <pc:docMk/>
            <pc:sldMk cId="2563631651" sldId="256"/>
            <ac:spMk id="5" creationId="{298C6176-9FBB-D5E9-1D27-5353CAC23CE8}"/>
          </ac:spMkLst>
        </pc:spChg>
        <pc:spChg chg="add mod">
          <ac:chgData name="Joe Gavin" userId="83b1ca5a-81db-48a4-a271-22baf4ef4251" providerId="ADAL" clId="{7ED54B7E-0EF6-45CC-B6E3-F1C5CAED81BC}" dt="2022-12-20T21:47:40.096" v="783" actId="20577"/>
          <ac:spMkLst>
            <pc:docMk/>
            <pc:sldMk cId="2563631651" sldId="256"/>
            <ac:spMk id="7" creationId="{79D2B6E0-8F5F-9547-A014-F661EB0E3DE5}"/>
          </ac:spMkLst>
        </pc:spChg>
        <pc:picChg chg="add del mod">
          <ac:chgData name="Joe Gavin" userId="83b1ca5a-81db-48a4-a271-22baf4ef4251" providerId="ADAL" clId="{7ED54B7E-0EF6-45CC-B6E3-F1C5CAED81BC}" dt="2022-12-20T21:36:15.509" v="672"/>
          <ac:picMkLst>
            <pc:docMk/>
            <pc:sldMk cId="2563631651" sldId="256"/>
            <ac:picMk id="1026" creationId="{CB510F3C-6654-5653-FABE-7B93FABF8EE6}"/>
          </ac:picMkLst>
        </pc:picChg>
      </pc:sldChg>
      <pc:sldChg chg="modSp del mod ord modAnim modShow">
        <pc:chgData name="Joe Gavin" userId="83b1ca5a-81db-48a4-a271-22baf4ef4251" providerId="ADAL" clId="{7ED54B7E-0EF6-45CC-B6E3-F1C5CAED81BC}" dt="2022-12-27T18:08:55.294" v="1774" actId="47"/>
        <pc:sldMkLst>
          <pc:docMk/>
          <pc:sldMk cId="4166410137" sldId="257"/>
        </pc:sldMkLst>
        <pc:spChg chg="mod">
          <ac:chgData name="Joe Gavin" userId="83b1ca5a-81db-48a4-a271-22baf4ef4251" providerId="ADAL" clId="{7ED54B7E-0EF6-45CC-B6E3-F1C5CAED81BC}" dt="2022-12-23T12:33:07.465" v="1443" actId="6549"/>
          <ac:spMkLst>
            <pc:docMk/>
            <pc:sldMk cId="4166410137" sldId="257"/>
            <ac:spMk id="2" creationId="{7A54A53E-2E6E-D9E1-F211-153583684B31}"/>
          </ac:spMkLst>
        </pc:spChg>
        <pc:spChg chg="mod">
          <ac:chgData name="Joe Gavin" userId="83b1ca5a-81db-48a4-a271-22baf4ef4251" providerId="ADAL" clId="{7ED54B7E-0EF6-45CC-B6E3-F1C5CAED81BC}" dt="2022-12-22T20:42:26.015" v="927" actId="6549"/>
          <ac:spMkLst>
            <pc:docMk/>
            <pc:sldMk cId="4166410137" sldId="257"/>
            <ac:spMk id="3" creationId="{7CC1EFB2-77C9-EAAB-D225-D76A38DE0DDE}"/>
          </ac:spMkLst>
        </pc:spChg>
      </pc:sldChg>
      <pc:sldChg chg="del mod ord modShow">
        <pc:chgData name="Joe Gavin" userId="83b1ca5a-81db-48a4-a271-22baf4ef4251" providerId="ADAL" clId="{7ED54B7E-0EF6-45CC-B6E3-F1C5CAED81BC}" dt="2022-12-27T18:09:07.671" v="1776" actId="47"/>
        <pc:sldMkLst>
          <pc:docMk/>
          <pc:sldMk cId="1703025159" sldId="258"/>
        </pc:sldMkLst>
      </pc:sldChg>
      <pc:sldChg chg="modSp mod modAnim">
        <pc:chgData name="Joe Gavin" userId="83b1ca5a-81db-48a4-a271-22baf4ef4251" providerId="ADAL" clId="{7ED54B7E-0EF6-45CC-B6E3-F1C5CAED81BC}" dt="2023-01-07T17:34:04.841" v="2499"/>
        <pc:sldMkLst>
          <pc:docMk/>
          <pc:sldMk cId="1627032840" sldId="260"/>
        </pc:sldMkLst>
        <pc:spChg chg="mod">
          <ac:chgData name="Joe Gavin" userId="83b1ca5a-81db-48a4-a271-22baf4ef4251" providerId="ADAL" clId="{7ED54B7E-0EF6-45CC-B6E3-F1C5CAED81BC}" dt="2022-12-30T21:25:40.656" v="2200" actId="6549"/>
          <ac:spMkLst>
            <pc:docMk/>
            <pc:sldMk cId="1627032840" sldId="260"/>
            <ac:spMk id="3" creationId="{5087A054-BEC6-74CA-275A-C0C295F2FF8E}"/>
          </ac:spMkLst>
        </pc:spChg>
      </pc:sldChg>
      <pc:sldChg chg="modSp del modAnim">
        <pc:chgData name="Joe Gavin" userId="83b1ca5a-81db-48a4-a271-22baf4ef4251" providerId="ADAL" clId="{7ED54B7E-0EF6-45CC-B6E3-F1C5CAED81BC}" dt="2022-12-29T21:20:30.646" v="1944" actId="2696"/>
        <pc:sldMkLst>
          <pc:docMk/>
          <pc:sldMk cId="1828126050" sldId="261"/>
        </pc:sldMkLst>
        <pc:spChg chg="mod">
          <ac:chgData name="Joe Gavin" userId="83b1ca5a-81db-48a4-a271-22baf4ef4251" providerId="ADAL" clId="{7ED54B7E-0EF6-45CC-B6E3-F1C5CAED81BC}" dt="2022-12-28T12:51:57.804" v="1822" actId="6549"/>
          <ac:spMkLst>
            <pc:docMk/>
            <pc:sldMk cId="1828126050" sldId="261"/>
            <ac:spMk id="3" creationId="{5087A054-BEC6-74CA-275A-C0C295F2FF8E}"/>
          </ac:spMkLst>
        </pc:spChg>
      </pc:sldChg>
      <pc:sldChg chg="addSp delSp modSp mod">
        <pc:chgData name="Joe Gavin" userId="83b1ca5a-81db-48a4-a271-22baf4ef4251" providerId="ADAL" clId="{7ED54B7E-0EF6-45CC-B6E3-F1C5CAED81BC}" dt="2023-01-05T21:19:44.210" v="2256" actId="1076"/>
        <pc:sldMkLst>
          <pc:docMk/>
          <pc:sldMk cId="1529738821" sldId="262"/>
        </pc:sldMkLst>
        <pc:spChg chg="mod">
          <ac:chgData name="Joe Gavin" userId="83b1ca5a-81db-48a4-a271-22baf4ef4251" providerId="ADAL" clId="{7ED54B7E-0EF6-45CC-B6E3-F1C5CAED81BC}" dt="2022-12-23T15:01:19.583" v="1499"/>
          <ac:spMkLst>
            <pc:docMk/>
            <pc:sldMk cId="1529738821" sldId="262"/>
            <ac:spMk id="2" creationId="{8F639229-D47C-97C7-8216-EAD788EAECB1}"/>
          </ac:spMkLst>
        </pc:spChg>
        <pc:spChg chg="add del mod">
          <ac:chgData name="Joe Gavin" userId="83b1ca5a-81db-48a4-a271-22baf4ef4251" providerId="ADAL" clId="{7ED54B7E-0EF6-45CC-B6E3-F1C5CAED81BC}" dt="2022-12-22T22:10:19.456" v="1333" actId="21"/>
          <ac:spMkLst>
            <pc:docMk/>
            <pc:sldMk cId="1529738821" sldId="262"/>
            <ac:spMk id="4" creationId="{72A25A6D-F94D-7194-B3FE-E22C5A19552C}"/>
          </ac:spMkLst>
        </pc:spChg>
        <pc:picChg chg="add mod">
          <ac:chgData name="Joe Gavin" userId="83b1ca5a-81db-48a4-a271-22baf4ef4251" providerId="ADAL" clId="{7ED54B7E-0EF6-45CC-B6E3-F1C5CAED81BC}" dt="2023-01-05T21:19:44.210" v="2256" actId="1076"/>
          <ac:picMkLst>
            <pc:docMk/>
            <pc:sldMk cId="1529738821" sldId="262"/>
            <ac:picMk id="4" creationId="{0A517796-563D-2EC6-7352-4936EA55AEC7}"/>
          </ac:picMkLst>
        </pc:picChg>
        <pc:picChg chg="add del mod">
          <ac:chgData name="Joe Gavin" userId="83b1ca5a-81db-48a4-a271-22baf4ef4251" providerId="ADAL" clId="{7ED54B7E-0EF6-45CC-B6E3-F1C5CAED81BC}" dt="2022-12-29T20:20:49.315" v="1922" actId="478"/>
          <ac:picMkLst>
            <pc:docMk/>
            <pc:sldMk cId="1529738821" sldId="262"/>
            <ac:picMk id="4" creationId="{66E9E0FC-B8D2-A50E-7ACF-69D58B1C7EBA}"/>
          </ac:picMkLst>
        </pc:picChg>
        <pc:picChg chg="del">
          <ac:chgData name="Joe Gavin" userId="83b1ca5a-81db-48a4-a271-22baf4ef4251" providerId="ADAL" clId="{7ED54B7E-0EF6-45CC-B6E3-F1C5CAED81BC}" dt="2022-12-22T22:09:32.901" v="1324" actId="478"/>
          <ac:picMkLst>
            <pc:docMk/>
            <pc:sldMk cId="1529738821" sldId="262"/>
            <ac:picMk id="5" creationId="{9784D526-6BA2-31DA-D667-B1B22856E33F}"/>
          </ac:picMkLst>
        </pc:picChg>
        <pc:picChg chg="add del mod">
          <ac:chgData name="Joe Gavin" userId="83b1ca5a-81db-48a4-a271-22baf4ef4251" providerId="ADAL" clId="{7ED54B7E-0EF6-45CC-B6E3-F1C5CAED81BC}" dt="2023-01-05T21:18:17.634" v="2221" actId="478"/>
          <ac:picMkLst>
            <pc:docMk/>
            <pc:sldMk cId="1529738821" sldId="262"/>
            <ac:picMk id="5" creationId="{DE48EAEB-B137-7C88-84BB-2993B6DFD9FD}"/>
          </ac:picMkLst>
        </pc:picChg>
        <pc:picChg chg="add del mod">
          <ac:chgData name="Joe Gavin" userId="83b1ca5a-81db-48a4-a271-22baf4ef4251" providerId="ADAL" clId="{7ED54B7E-0EF6-45CC-B6E3-F1C5CAED81BC}" dt="2022-12-22T22:10:27.807" v="1334" actId="478"/>
          <ac:picMkLst>
            <pc:docMk/>
            <pc:sldMk cId="1529738821" sldId="262"/>
            <ac:picMk id="7" creationId="{C9AEA3FB-3C2F-25E1-807E-E53CA15D9903}"/>
          </ac:picMkLst>
        </pc:picChg>
        <pc:picChg chg="add del mod">
          <ac:chgData name="Joe Gavin" userId="83b1ca5a-81db-48a4-a271-22baf4ef4251" providerId="ADAL" clId="{7ED54B7E-0EF6-45CC-B6E3-F1C5CAED81BC}" dt="2022-12-23T14:50:31.214" v="1456" actId="478"/>
          <ac:picMkLst>
            <pc:docMk/>
            <pc:sldMk cId="1529738821" sldId="262"/>
            <ac:picMk id="9" creationId="{FF052E12-58AC-9231-11A9-CA12CB9D6A34}"/>
          </ac:picMkLst>
        </pc:picChg>
      </pc:sldChg>
      <pc:sldChg chg="addSp delSp modSp mod">
        <pc:chgData name="Joe Gavin" userId="83b1ca5a-81db-48a4-a271-22baf4ef4251" providerId="ADAL" clId="{7ED54B7E-0EF6-45CC-B6E3-F1C5CAED81BC}" dt="2023-01-05T21:30:12.998" v="2387" actId="20577"/>
        <pc:sldMkLst>
          <pc:docMk/>
          <pc:sldMk cId="3504203127" sldId="263"/>
        </pc:sldMkLst>
        <pc:spChg chg="add del mod">
          <ac:chgData name="Joe Gavin" userId="83b1ca5a-81db-48a4-a271-22baf4ef4251" providerId="ADAL" clId="{7ED54B7E-0EF6-45CC-B6E3-F1C5CAED81BC}" dt="2022-12-20T19:48:52.352" v="63" actId="21"/>
          <ac:spMkLst>
            <pc:docMk/>
            <pc:sldMk cId="3504203127" sldId="263"/>
            <ac:spMk id="4" creationId="{4E94EA68-082E-C34C-C1E0-DF45489F9BB2}"/>
          </ac:spMkLst>
        </pc:spChg>
        <pc:spChg chg="mod">
          <ac:chgData name="Joe Gavin" userId="83b1ca5a-81db-48a4-a271-22baf4ef4251" providerId="ADAL" clId="{7ED54B7E-0EF6-45CC-B6E3-F1C5CAED81BC}" dt="2023-01-05T21:30:12.998" v="2387" actId="20577"/>
          <ac:spMkLst>
            <pc:docMk/>
            <pc:sldMk cId="3504203127" sldId="263"/>
            <ac:spMk id="6" creationId="{097A8C4A-4CF2-7D6B-F141-732BE5D33155}"/>
          </ac:spMkLst>
        </pc:spChg>
        <pc:picChg chg="add mod">
          <ac:chgData name="Joe Gavin" userId="83b1ca5a-81db-48a4-a271-22baf4ef4251" providerId="ADAL" clId="{7ED54B7E-0EF6-45CC-B6E3-F1C5CAED81BC}" dt="2022-12-23T15:20:58.472" v="1555" actId="1076"/>
          <ac:picMkLst>
            <pc:docMk/>
            <pc:sldMk cId="3504203127" sldId="263"/>
            <ac:picMk id="4" creationId="{6271615D-537F-40E4-7672-B2FC4A046370}"/>
          </ac:picMkLst>
        </pc:picChg>
        <pc:picChg chg="del">
          <ac:chgData name="Joe Gavin" userId="83b1ca5a-81db-48a4-a271-22baf4ef4251" providerId="ADAL" clId="{7ED54B7E-0EF6-45CC-B6E3-F1C5CAED81BC}" dt="2022-12-20T19:46:22.259" v="50" actId="478"/>
          <ac:picMkLst>
            <pc:docMk/>
            <pc:sldMk cId="3504203127" sldId="263"/>
            <ac:picMk id="5" creationId="{989ADE3B-D752-85E2-114A-2A7F6BB24F6D}"/>
          </ac:picMkLst>
        </pc:picChg>
        <pc:picChg chg="add del mod">
          <ac:chgData name="Joe Gavin" userId="83b1ca5a-81db-48a4-a271-22baf4ef4251" providerId="ADAL" clId="{7ED54B7E-0EF6-45CC-B6E3-F1C5CAED81BC}" dt="2022-12-23T15:20:27.041" v="1512" actId="478"/>
          <ac:picMkLst>
            <pc:docMk/>
            <pc:sldMk cId="3504203127" sldId="263"/>
            <ac:picMk id="8" creationId="{22FED887-766E-0A62-4D0F-6F18E4C1EB6B}"/>
          </ac:picMkLst>
        </pc:picChg>
      </pc:sldChg>
      <pc:sldChg chg="del">
        <pc:chgData name="Joe Gavin" userId="83b1ca5a-81db-48a4-a271-22baf4ef4251" providerId="ADAL" clId="{7ED54B7E-0EF6-45CC-B6E3-F1C5CAED81BC}" dt="2022-12-20T21:31:25.584" v="669" actId="2696"/>
        <pc:sldMkLst>
          <pc:docMk/>
          <pc:sldMk cId="365268859" sldId="264"/>
        </pc:sldMkLst>
      </pc:sldChg>
      <pc:sldChg chg="addSp delSp modSp mod">
        <pc:chgData name="Joe Gavin" userId="83b1ca5a-81db-48a4-a271-22baf4ef4251" providerId="ADAL" clId="{7ED54B7E-0EF6-45CC-B6E3-F1C5CAED81BC}" dt="2022-12-23T14:54:45.649" v="1483" actId="1076"/>
        <pc:sldMkLst>
          <pc:docMk/>
          <pc:sldMk cId="1378243575" sldId="265"/>
        </pc:sldMkLst>
        <pc:picChg chg="add del">
          <ac:chgData name="Joe Gavin" userId="83b1ca5a-81db-48a4-a271-22baf4ef4251" providerId="ADAL" clId="{7ED54B7E-0EF6-45CC-B6E3-F1C5CAED81BC}" dt="2022-12-23T14:37:14.707" v="1452" actId="478"/>
          <ac:picMkLst>
            <pc:docMk/>
            <pc:sldMk cId="1378243575" sldId="265"/>
            <ac:picMk id="4" creationId="{9A7C90C1-FC8D-5E1B-2261-C050C1AA18E7}"/>
          </ac:picMkLst>
        </pc:picChg>
        <pc:picChg chg="add del mod">
          <ac:chgData name="Joe Gavin" userId="83b1ca5a-81db-48a4-a271-22baf4ef4251" providerId="ADAL" clId="{7ED54B7E-0EF6-45CC-B6E3-F1C5CAED81BC}" dt="2022-12-22T21:53:57.313" v="1252" actId="478"/>
          <ac:picMkLst>
            <pc:docMk/>
            <pc:sldMk cId="1378243575" sldId="265"/>
            <ac:picMk id="4" creationId="{B49F4431-86C9-5FD2-D6E2-563B04A0FF42}"/>
          </ac:picMkLst>
        </pc:picChg>
        <pc:picChg chg="add del mod">
          <ac:chgData name="Joe Gavin" userId="83b1ca5a-81db-48a4-a271-22baf4ef4251" providerId="ADAL" clId="{7ED54B7E-0EF6-45CC-B6E3-F1C5CAED81BC}" dt="2022-12-20T21:07:01.729" v="615" actId="478"/>
          <ac:picMkLst>
            <pc:docMk/>
            <pc:sldMk cId="1378243575" sldId="265"/>
            <ac:picMk id="4" creationId="{FDC184DA-B8DD-5542-7A5F-5EA272A9AAD1}"/>
          </ac:picMkLst>
        </pc:picChg>
        <pc:picChg chg="add del mod">
          <ac:chgData name="Joe Gavin" userId="83b1ca5a-81db-48a4-a271-22baf4ef4251" providerId="ADAL" clId="{7ED54B7E-0EF6-45CC-B6E3-F1C5CAED81BC}" dt="2022-12-23T14:03:24.551" v="1444" actId="478"/>
          <ac:picMkLst>
            <pc:docMk/>
            <pc:sldMk cId="1378243575" sldId="265"/>
            <ac:picMk id="6" creationId="{D84401DC-B78F-682E-1345-7CD0761D79CE}"/>
          </ac:picMkLst>
        </pc:picChg>
        <pc:picChg chg="add del">
          <ac:chgData name="Joe Gavin" userId="83b1ca5a-81db-48a4-a271-22baf4ef4251" providerId="ADAL" clId="{7ED54B7E-0EF6-45CC-B6E3-F1C5CAED81BC}" dt="2022-12-20T21:08:25.064" v="617" actId="478"/>
          <ac:picMkLst>
            <pc:docMk/>
            <pc:sldMk cId="1378243575" sldId="265"/>
            <ac:picMk id="6" creationId="{F4FF3D21-13AC-D48E-53DB-2D037F7D0AAE}"/>
          </ac:picMkLst>
        </pc:picChg>
        <pc:picChg chg="add mod">
          <ac:chgData name="Joe Gavin" userId="83b1ca5a-81db-48a4-a271-22baf4ef4251" providerId="ADAL" clId="{7ED54B7E-0EF6-45CC-B6E3-F1C5CAED81BC}" dt="2022-12-23T14:54:45.649" v="1483" actId="1076"/>
          <ac:picMkLst>
            <pc:docMk/>
            <pc:sldMk cId="1378243575" sldId="265"/>
            <ac:picMk id="7" creationId="{B9D3FE0B-9AAC-204E-3249-BAEBF34BF152}"/>
          </ac:picMkLst>
        </pc:picChg>
        <pc:picChg chg="del">
          <ac:chgData name="Joe Gavin" userId="83b1ca5a-81db-48a4-a271-22baf4ef4251" providerId="ADAL" clId="{7ED54B7E-0EF6-45CC-B6E3-F1C5CAED81BC}" dt="2022-12-20T20:01:17.326" v="110" actId="478"/>
          <ac:picMkLst>
            <pc:docMk/>
            <pc:sldMk cId="1378243575" sldId="265"/>
            <ac:picMk id="8" creationId="{876AC09E-6D10-F6C6-94AD-552383BBAD00}"/>
          </ac:picMkLst>
        </pc:picChg>
        <pc:picChg chg="add del mod">
          <ac:chgData name="Joe Gavin" userId="83b1ca5a-81db-48a4-a271-22baf4ef4251" providerId="ADAL" clId="{7ED54B7E-0EF6-45CC-B6E3-F1C5CAED81BC}" dt="2022-12-22T21:30:50.719" v="1217" actId="478"/>
          <ac:picMkLst>
            <pc:docMk/>
            <pc:sldMk cId="1378243575" sldId="265"/>
            <ac:picMk id="9" creationId="{F6B7961D-8CDA-47AF-463E-01D16BFA46D3}"/>
          </ac:picMkLst>
        </pc:picChg>
      </pc:sldChg>
      <pc:sldChg chg="del">
        <pc:chgData name="Joe Gavin" userId="83b1ca5a-81db-48a4-a271-22baf4ef4251" providerId="ADAL" clId="{7ED54B7E-0EF6-45CC-B6E3-F1C5CAED81BC}" dt="2022-12-20T20:31:33.647" v="156" actId="2696"/>
        <pc:sldMkLst>
          <pc:docMk/>
          <pc:sldMk cId="650696411" sldId="266"/>
        </pc:sldMkLst>
      </pc:sldChg>
      <pc:sldChg chg="addSp delSp modSp del mod">
        <pc:chgData name="Joe Gavin" userId="83b1ca5a-81db-48a4-a271-22baf4ef4251" providerId="ADAL" clId="{7ED54B7E-0EF6-45CC-B6E3-F1C5CAED81BC}" dt="2022-12-20T20:44:57.705" v="181" actId="47"/>
        <pc:sldMkLst>
          <pc:docMk/>
          <pc:sldMk cId="3893332403" sldId="267"/>
        </pc:sldMkLst>
        <pc:spChg chg="add mod">
          <ac:chgData name="Joe Gavin" userId="83b1ca5a-81db-48a4-a271-22baf4ef4251" providerId="ADAL" clId="{7ED54B7E-0EF6-45CC-B6E3-F1C5CAED81BC}" dt="2022-12-20T20:04:13.334" v="117" actId="478"/>
          <ac:spMkLst>
            <pc:docMk/>
            <pc:sldMk cId="3893332403" sldId="267"/>
            <ac:spMk id="4" creationId="{C6D2FD76-027A-C042-6287-469E3B7E2669}"/>
          </ac:spMkLst>
        </pc:spChg>
        <pc:picChg chg="del">
          <ac:chgData name="Joe Gavin" userId="83b1ca5a-81db-48a4-a271-22baf4ef4251" providerId="ADAL" clId="{7ED54B7E-0EF6-45CC-B6E3-F1C5CAED81BC}" dt="2022-12-20T20:04:13.334" v="117" actId="478"/>
          <ac:picMkLst>
            <pc:docMk/>
            <pc:sldMk cId="3893332403" sldId="267"/>
            <ac:picMk id="5" creationId="{65A9F52B-F8C2-3983-0B67-416E24F8A721}"/>
          </ac:picMkLst>
        </pc:picChg>
        <pc:picChg chg="add mod">
          <ac:chgData name="Joe Gavin" userId="83b1ca5a-81db-48a4-a271-22baf4ef4251" providerId="ADAL" clId="{7ED54B7E-0EF6-45CC-B6E3-F1C5CAED81BC}" dt="2022-12-20T20:05:03.208" v="134" actId="14100"/>
          <ac:picMkLst>
            <pc:docMk/>
            <pc:sldMk cId="3893332403" sldId="267"/>
            <ac:picMk id="7" creationId="{24D9AC54-2F97-AFF5-7EC8-1519D93C97E7}"/>
          </ac:picMkLst>
        </pc:picChg>
      </pc:sldChg>
      <pc:sldChg chg="addSp delSp modSp mod">
        <pc:chgData name="Joe Gavin" userId="83b1ca5a-81db-48a4-a271-22baf4ef4251" providerId="ADAL" clId="{7ED54B7E-0EF6-45CC-B6E3-F1C5CAED81BC}" dt="2023-01-05T21:45:46.765" v="2497" actId="1076"/>
        <pc:sldMkLst>
          <pc:docMk/>
          <pc:sldMk cId="1002035818" sldId="268"/>
        </pc:sldMkLst>
        <pc:spChg chg="mod">
          <ac:chgData name="Joe Gavin" userId="83b1ca5a-81db-48a4-a271-22baf4ef4251" providerId="ADAL" clId="{7ED54B7E-0EF6-45CC-B6E3-F1C5CAED81BC}" dt="2022-12-23T15:01:26.129" v="1500"/>
          <ac:spMkLst>
            <pc:docMk/>
            <pc:sldMk cId="1002035818" sldId="268"/>
            <ac:spMk id="2" creationId="{BC42F80C-AB6C-90FA-CC9D-A20597640F9D}"/>
          </ac:spMkLst>
        </pc:spChg>
        <pc:spChg chg="add del mod">
          <ac:chgData name="Joe Gavin" userId="83b1ca5a-81db-48a4-a271-22baf4ef4251" providerId="ADAL" clId="{7ED54B7E-0EF6-45CC-B6E3-F1C5CAED81BC}" dt="2022-12-22T22:30:27.848" v="1343"/>
          <ac:spMkLst>
            <pc:docMk/>
            <pc:sldMk cId="1002035818" sldId="268"/>
            <ac:spMk id="3" creationId="{66F4E69A-DE5E-BCE0-7F20-C6B8E67A5C02}"/>
          </ac:spMkLst>
        </pc:spChg>
        <pc:spChg chg="add del mod">
          <ac:chgData name="Joe Gavin" userId="83b1ca5a-81db-48a4-a271-22baf4ef4251" providerId="ADAL" clId="{7ED54B7E-0EF6-45CC-B6E3-F1C5CAED81BC}" dt="2022-12-22T22:30:22.570" v="1340" actId="21"/>
          <ac:spMkLst>
            <pc:docMk/>
            <pc:sldMk cId="1002035818" sldId="268"/>
            <ac:spMk id="4" creationId="{BF2674B7-0467-80F0-D1F5-54ED8EBE4DF7}"/>
          </ac:spMkLst>
        </pc:spChg>
        <pc:picChg chg="add del mod">
          <ac:chgData name="Joe Gavin" userId="83b1ca5a-81db-48a4-a271-22baf4ef4251" providerId="ADAL" clId="{7ED54B7E-0EF6-45CC-B6E3-F1C5CAED81BC}" dt="2023-01-05T21:39:54.287" v="2388" actId="478"/>
          <ac:picMkLst>
            <pc:docMk/>
            <pc:sldMk cId="1002035818" sldId="268"/>
            <ac:picMk id="4" creationId="{C2EA6686-FE75-70D6-29D7-61DAF70916ED}"/>
          </ac:picMkLst>
        </pc:picChg>
        <pc:picChg chg="del">
          <ac:chgData name="Joe Gavin" userId="83b1ca5a-81db-48a4-a271-22baf4ef4251" providerId="ADAL" clId="{7ED54B7E-0EF6-45CC-B6E3-F1C5CAED81BC}" dt="2022-12-20T20:06:24.821" v="135" actId="478"/>
          <ac:picMkLst>
            <pc:docMk/>
            <pc:sldMk cId="1002035818" sldId="268"/>
            <ac:picMk id="5" creationId="{39C6BE91-A290-968B-EA60-FBACF0CF1834}"/>
          </ac:picMkLst>
        </pc:picChg>
        <pc:picChg chg="add del">
          <ac:chgData name="Joe Gavin" userId="83b1ca5a-81db-48a4-a271-22baf4ef4251" providerId="ADAL" clId="{7ED54B7E-0EF6-45CC-B6E3-F1C5CAED81BC}" dt="2023-01-05T21:40:00.137" v="2390" actId="22"/>
          <ac:picMkLst>
            <pc:docMk/>
            <pc:sldMk cId="1002035818" sldId="268"/>
            <ac:picMk id="5" creationId="{8B0FCCA0-1F8C-65FC-5D93-2083EFD1F9EF}"/>
          </ac:picMkLst>
        </pc:picChg>
        <pc:picChg chg="add del mod">
          <ac:chgData name="Joe Gavin" userId="83b1ca5a-81db-48a4-a271-22baf4ef4251" providerId="ADAL" clId="{7ED54B7E-0EF6-45CC-B6E3-F1C5CAED81BC}" dt="2022-12-23T14:31:05.227" v="1450" actId="478"/>
          <ac:picMkLst>
            <pc:docMk/>
            <pc:sldMk cId="1002035818" sldId="268"/>
            <ac:picMk id="6" creationId="{AC1F80F7-EE21-75A6-4096-25CEBE17835A}"/>
          </ac:picMkLst>
        </pc:picChg>
        <pc:picChg chg="add del mod">
          <ac:chgData name="Joe Gavin" userId="83b1ca5a-81db-48a4-a271-22baf4ef4251" providerId="ADAL" clId="{7ED54B7E-0EF6-45CC-B6E3-F1C5CAED81BC}" dt="2023-01-05T21:41:31.744" v="2399" actId="478"/>
          <ac:picMkLst>
            <pc:docMk/>
            <pc:sldMk cId="1002035818" sldId="268"/>
            <ac:picMk id="7" creationId="{4135A981-CBCE-7C05-8A99-D68682B84C9B}"/>
          </ac:picMkLst>
        </pc:picChg>
        <pc:picChg chg="add del mod">
          <ac:chgData name="Joe Gavin" userId="83b1ca5a-81db-48a4-a271-22baf4ef4251" providerId="ADAL" clId="{7ED54B7E-0EF6-45CC-B6E3-F1C5CAED81BC}" dt="2022-12-22T22:30:24.978" v="1341" actId="478"/>
          <ac:picMkLst>
            <pc:docMk/>
            <pc:sldMk cId="1002035818" sldId="268"/>
            <ac:picMk id="7" creationId="{DC69822A-311A-5A34-C963-800DD1E8792A}"/>
          </ac:picMkLst>
        </pc:picChg>
        <pc:picChg chg="add del mod">
          <ac:chgData name="Joe Gavin" userId="83b1ca5a-81db-48a4-a271-22baf4ef4251" providerId="ADAL" clId="{7ED54B7E-0EF6-45CC-B6E3-F1C5CAED81BC}" dt="2023-01-05T21:43:50.422" v="2436" actId="478"/>
          <ac:picMkLst>
            <pc:docMk/>
            <pc:sldMk cId="1002035818" sldId="268"/>
            <ac:picMk id="9" creationId="{C7003F43-838A-D2F9-BDEF-58FE23637EAB}"/>
          </ac:picMkLst>
        </pc:picChg>
        <pc:picChg chg="add del mod">
          <ac:chgData name="Joe Gavin" userId="83b1ca5a-81db-48a4-a271-22baf4ef4251" providerId="ADAL" clId="{7ED54B7E-0EF6-45CC-B6E3-F1C5CAED81BC}" dt="2023-01-05T21:45:07.279" v="2443" actId="478"/>
          <ac:picMkLst>
            <pc:docMk/>
            <pc:sldMk cId="1002035818" sldId="268"/>
            <ac:picMk id="11" creationId="{8DF3BA34-BC27-FF4F-89AD-4DEADCAF6E40}"/>
          </ac:picMkLst>
        </pc:picChg>
        <pc:picChg chg="add mod">
          <ac:chgData name="Joe Gavin" userId="83b1ca5a-81db-48a4-a271-22baf4ef4251" providerId="ADAL" clId="{7ED54B7E-0EF6-45CC-B6E3-F1C5CAED81BC}" dt="2023-01-05T21:45:46.765" v="2497" actId="1076"/>
          <ac:picMkLst>
            <pc:docMk/>
            <pc:sldMk cId="1002035818" sldId="268"/>
            <ac:picMk id="13" creationId="{6317C912-AF86-4345-5CA7-7C8A9B9C3239}"/>
          </ac:picMkLst>
        </pc:picChg>
      </pc:sldChg>
      <pc:sldChg chg="modSp del mod ord modAnim modShow">
        <pc:chgData name="Joe Gavin" userId="83b1ca5a-81db-48a4-a271-22baf4ef4251" providerId="ADAL" clId="{7ED54B7E-0EF6-45CC-B6E3-F1C5CAED81BC}" dt="2022-12-27T18:09:03.873" v="1775" actId="47"/>
        <pc:sldMkLst>
          <pc:docMk/>
          <pc:sldMk cId="1268958335" sldId="269"/>
        </pc:sldMkLst>
        <pc:spChg chg="mod">
          <ac:chgData name="Joe Gavin" userId="83b1ca5a-81db-48a4-a271-22baf4ef4251" providerId="ADAL" clId="{7ED54B7E-0EF6-45CC-B6E3-F1C5CAED81BC}" dt="2022-12-22T20:51:38.100" v="953" actId="15"/>
          <ac:spMkLst>
            <pc:docMk/>
            <pc:sldMk cId="1268958335" sldId="269"/>
            <ac:spMk id="3" creationId="{54F00899-3EDE-C5A3-C406-A15EAF2C90A9}"/>
          </ac:spMkLst>
        </pc:spChg>
      </pc:sldChg>
      <pc:sldChg chg="modSp new del mod">
        <pc:chgData name="Joe Gavin" userId="83b1ca5a-81db-48a4-a271-22baf4ef4251" providerId="ADAL" clId="{7ED54B7E-0EF6-45CC-B6E3-F1C5CAED81BC}" dt="2022-12-20T20:14:18.575" v="151" actId="2696"/>
        <pc:sldMkLst>
          <pc:docMk/>
          <pc:sldMk cId="103578157" sldId="270"/>
        </pc:sldMkLst>
        <pc:spChg chg="mod">
          <ac:chgData name="Joe Gavin" userId="83b1ca5a-81db-48a4-a271-22baf4ef4251" providerId="ADAL" clId="{7ED54B7E-0EF6-45CC-B6E3-F1C5CAED81BC}" dt="2022-12-20T20:14:08.085" v="150" actId="20577"/>
          <ac:spMkLst>
            <pc:docMk/>
            <pc:sldMk cId="103578157" sldId="270"/>
            <ac:spMk id="2" creationId="{B38B046C-14D5-4AEE-6467-D2A6A401C771}"/>
          </ac:spMkLst>
        </pc:spChg>
      </pc:sldChg>
      <pc:sldChg chg="modSp add del mod modShow">
        <pc:chgData name="Joe Gavin" userId="83b1ca5a-81db-48a4-a271-22baf4ef4251" providerId="ADAL" clId="{7ED54B7E-0EF6-45CC-B6E3-F1C5CAED81BC}" dt="2022-12-27T19:57:50.271" v="1788" actId="2696"/>
        <pc:sldMkLst>
          <pc:docMk/>
          <pc:sldMk cId="2357638682" sldId="270"/>
        </pc:sldMkLst>
        <pc:spChg chg="mod">
          <ac:chgData name="Joe Gavin" userId="83b1ca5a-81db-48a4-a271-22baf4ef4251" providerId="ADAL" clId="{7ED54B7E-0EF6-45CC-B6E3-F1C5CAED81BC}" dt="2022-12-20T20:45:24.141" v="202" actId="20577"/>
          <ac:spMkLst>
            <pc:docMk/>
            <pc:sldMk cId="2357638682" sldId="270"/>
            <ac:spMk id="2" creationId="{C4A50B35-37AD-556E-C399-22007EEF4DF0}"/>
          </ac:spMkLst>
        </pc:spChg>
        <pc:spChg chg="mod">
          <ac:chgData name="Joe Gavin" userId="83b1ca5a-81db-48a4-a271-22baf4ef4251" providerId="ADAL" clId="{7ED54B7E-0EF6-45CC-B6E3-F1C5CAED81BC}" dt="2022-12-20T20:48:23.820" v="287" actId="6549"/>
          <ac:spMkLst>
            <pc:docMk/>
            <pc:sldMk cId="2357638682" sldId="270"/>
            <ac:spMk id="3" creationId="{5087A054-BEC6-74CA-275A-C0C295F2FF8E}"/>
          </ac:spMkLst>
        </pc:spChg>
      </pc:sldChg>
      <pc:sldChg chg="addSp delSp modSp add del mod">
        <pc:chgData name="Joe Gavin" userId="83b1ca5a-81db-48a4-a271-22baf4ef4251" providerId="ADAL" clId="{7ED54B7E-0EF6-45CC-B6E3-F1C5CAED81BC}" dt="2022-12-23T14:55:34.140" v="1484" actId="2696"/>
        <pc:sldMkLst>
          <pc:docMk/>
          <pc:sldMk cId="572703237" sldId="271"/>
        </pc:sldMkLst>
        <pc:picChg chg="add del mod">
          <ac:chgData name="Joe Gavin" userId="83b1ca5a-81db-48a4-a271-22baf4ef4251" providerId="ADAL" clId="{7ED54B7E-0EF6-45CC-B6E3-F1C5CAED81BC}" dt="2022-12-23T14:53:39.246" v="1475" actId="478"/>
          <ac:picMkLst>
            <pc:docMk/>
            <pc:sldMk cId="572703237" sldId="271"/>
            <ac:picMk id="4" creationId="{36B1AA55-E671-ECA6-289F-406B33E53476}"/>
          </ac:picMkLst>
        </pc:picChg>
        <pc:picChg chg="del">
          <ac:chgData name="Joe Gavin" userId="83b1ca5a-81db-48a4-a271-22baf4ef4251" providerId="ADAL" clId="{7ED54B7E-0EF6-45CC-B6E3-F1C5CAED81BC}" dt="2022-12-22T22:00:08.717" v="1275" actId="478"/>
          <ac:picMkLst>
            <pc:docMk/>
            <pc:sldMk cId="572703237" sldId="271"/>
            <ac:picMk id="4" creationId="{FDC184DA-B8DD-5542-7A5F-5EA272A9AAD1}"/>
          </ac:picMkLst>
        </pc:picChg>
        <pc:picChg chg="add del mod">
          <ac:chgData name="Joe Gavin" userId="83b1ca5a-81db-48a4-a271-22baf4ef4251" providerId="ADAL" clId="{7ED54B7E-0EF6-45CC-B6E3-F1C5CAED81BC}" dt="2022-12-23T14:06:52.965" v="1446" actId="478"/>
          <ac:picMkLst>
            <pc:docMk/>
            <pc:sldMk cId="572703237" sldId="271"/>
            <ac:picMk id="5" creationId="{08B8FE1B-AA87-83CD-635A-1FD6569BD5E6}"/>
          </ac:picMkLst>
        </pc:picChg>
      </pc:sldChg>
      <pc:sldChg chg="addSp delSp modSp add mod">
        <pc:chgData name="Joe Gavin" userId="83b1ca5a-81db-48a4-a271-22baf4ef4251" providerId="ADAL" clId="{7ED54B7E-0EF6-45CC-B6E3-F1C5CAED81BC}" dt="2022-12-29T20:22:03.282" v="1941" actId="1076"/>
        <pc:sldMkLst>
          <pc:docMk/>
          <pc:sldMk cId="2314937186" sldId="272"/>
        </pc:sldMkLst>
        <pc:picChg chg="add del mod">
          <ac:chgData name="Joe Gavin" userId="83b1ca5a-81db-48a4-a271-22baf4ef4251" providerId="ADAL" clId="{7ED54B7E-0EF6-45CC-B6E3-F1C5CAED81BC}" dt="2022-12-23T14:09:57.287" v="1448" actId="478"/>
          <ac:picMkLst>
            <pc:docMk/>
            <pc:sldMk cId="2314937186" sldId="272"/>
            <ac:picMk id="4" creationId="{FDD83638-28A9-7DE5-F13A-636E98A6DE9B}"/>
          </ac:picMkLst>
        </pc:picChg>
        <pc:picChg chg="del">
          <ac:chgData name="Joe Gavin" userId="83b1ca5a-81db-48a4-a271-22baf4ef4251" providerId="ADAL" clId="{7ED54B7E-0EF6-45CC-B6E3-F1C5CAED81BC}" dt="2022-12-22T22:03:36.817" v="1301" actId="478"/>
          <ac:picMkLst>
            <pc:docMk/>
            <pc:sldMk cId="2314937186" sldId="272"/>
            <ac:picMk id="5" creationId="{08B8FE1B-AA87-83CD-635A-1FD6569BD5E6}"/>
          </ac:picMkLst>
        </pc:picChg>
        <pc:picChg chg="add del">
          <ac:chgData name="Joe Gavin" userId="83b1ca5a-81db-48a4-a271-22baf4ef4251" providerId="ADAL" clId="{7ED54B7E-0EF6-45CC-B6E3-F1C5CAED81BC}" dt="2022-12-23T14:39:19.499" v="1454" actId="478"/>
          <ac:picMkLst>
            <pc:docMk/>
            <pc:sldMk cId="2314937186" sldId="272"/>
            <ac:picMk id="5" creationId="{1B4DE291-4C64-D703-AE61-2ADEA89207CE}"/>
          </ac:picMkLst>
        </pc:picChg>
        <pc:picChg chg="add del mod">
          <ac:chgData name="Joe Gavin" userId="83b1ca5a-81db-48a4-a271-22baf4ef4251" providerId="ADAL" clId="{7ED54B7E-0EF6-45CC-B6E3-F1C5CAED81BC}" dt="2022-12-23T14:57:52.048" v="1489" actId="478"/>
          <ac:picMkLst>
            <pc:docMk/>
            <pc:sldMk cId="2314937186" sldId="272"/>
            <ac:picMk id="7" creationId="{CD1E570D-31D2-671C-CBA5-DE4AD55F5AB4}"/>
          </ac:picMkLst>
        </pc:picChg>
        <pc:picChg chg="add mod">
          <ac:chgData name="Joe Gavin" userId="83b1ca5a-81db-48a4-a271-22baf4ef4251" providerId="ADAL" clId="{7ED54B7E-0EF6-45CC-B6E3-F1C5CAED81BC}" dt="2022-12-29T20:22:03.282" v="1941" actId="1076"/>
          <ac:picMkLst>
            <pc:docMk/>
            <pc:sldMk cId="2314937186" sldId="272"/>
            <ac:picMk id="9" creationId="{12013F03-1922-0169-9EEE-0FC9E93E0B58}"/>
          </ac:picMkLst>
        </pc:picChg>
      </pc:sldChg>
      <pc:sldChg chg="addSp delSp modSp add mod ord delAnim modAnim">
        <pc:chgData name="Joe Gavin" userId="83b1ca5a-81db-48a4-a271-22baf4ef4251" providerId="ADAL" clId="{7ED54B7E-0EF6-45CC-B6E3-F1C5CAED81BC}" dt="2022-12-29T21:26:50.804" v="1945" actId="6549"/>
        <pc:sldMkLst>
          <pc:docMk/>
          <pc:sldMk cId="1301303136" sldId="273"/>
        </pc:sldMkLst>
        <pc:spChg chg="del mod">
          <ac:chgData name="Joe Gavin" userId="83b1ca5a-81db-48a4-a271-22baf4ef4251" providerId="ADAL" clId="{7ED54B7E-0EF6-45CC-B6E3-F1C5CAED81BC}" dt="2022-12-23T15:50:10.479" v="1615" actId="22"/>
          <ac:spMkLst>
            <pc:docMk/>
            <pc:sldMk cId="1301303136" sldId="273"/>
            <ac:spMk id="3" creationId="{5087A054-BEC6-74CA-275A-C0C295F2FF8E}"/>
          </ac:spMkLst>
        </pc:spChg>
        <pc:spChg chg="add mod">
          <ac:chgData name="Joe Gavin" userId="83b1ca5a-81db-48a4-a271-22baf4ef4251" providerId="ADAL" clId="{7ED54B7E-0EF6-45CC-B6E3-F1C5CAED81BC}" dt="2022-12-29T21:26:50.804" v="1945" actId="6549"/>
          <ac:spMkLst>
            <pc:docMk/>
            <pc:sldMk cId="1301303136" sldId="273"/>
            <ac:spMk id="7" creationId="{8BA5A273-28AD-320B-5664-3F97133AF32A}"/>
          </ac:spMkLst>
        </pc:spChg>
        <pc:picChg chg="add del mod ord">
          <ac:chgData name="Joe Gavin" userId="83b1ca5a-81db-48a4-a271-22baf4ef4251" providerId="ADAL" clId="{7ED54B7E-0EF6-45CC-B6E3-F1C5CAED81BC}" dt="2022-12-23T15:55:13.607" v="1634" actId="478"/>
          <ac:picMkLst>
            <pc:docMk/>
            <pc:sldMk cId="1301303136" sldId="273"/>
            <ac:picMk id="5" creationId="{452A486A-AA8F-C189-7B2F-41BC85E99C2C}"/>
          </ac:picMkLst>
        </pc:picChg>
      </pc:sldChg>
      <pc:sldChg chg="addSp delSp modSp new mod">
        <pc:chgData name="Joe Gavin" userId="83b1ca5a-81db-48a4-a271-22baf4ef4251" providerId="ADAL" clId="{7ED54B7E-0EF6-45CC-B6E3-F1C5CAED81BC}" dt="2022-12-23T16:47:44.712" v="1764" actId="22"/>
        <pc:sldMkLst>
          <pc:docMk/>
          <pc:sldMk cId="3384653833" sldId="274"/>
        </pc:sldMkLst>
        <pc:spChg chg="mod">
          <ac:chgData name="Joe Gavin" userId="83b1ca5a-81db-48a4-a271-22baf4ef4251" providerId="ADAL" clId="{7ED54B7E-0EF6-45CC-B6E3-F1C5CAED81BC}" dt="2022-12-23T16:39:42.278" v="1727" actId="20577"/>
          <ac:spMkLst>
            <pc:docMk/>
            <pc:sldMk cId="3384653833" sldId="274"/>
            <ac:spMk id="2" creationId="{6925F87D-F909-20EA-86AF-BEC145566B2E}"/>
          </ac:spMkLst>
        </pc:spChg>
        <pc:spChg chg="add del mod">
          <ac:chgData name="Joe Gavin" userId="83b1ca5a-81db-48a4-a271-22baf4ef4251" providerId="ADAL" clId="{7ED54B7E-0EF6-45CC-B6E3-F1C5CAED81BC}" dt="2022-12-23T16:45:38.427" v="1762" actId="21"/>
          <ac:spMkLst>
            <pc:docMk/>
            <pc:sldMk cId="3384653833" sldId="274"/>
            <ac:spMk id="3" creationId="{222FCACF-3928-42C6-CB59-D1D53521ADDE}"/>
          </ac:spMkLst>
        </pc:spChg>
        <pc:spChg chg="add del mod">
          <ac:chgData name="Joe Gavin" userId="83b1ca5a-81db-48a4-a271-22baf4ef4251" providerId="ADAL" clId="{7ED54B7E-0EF6-45CC-B6E3-F1C5CAED81BC}" dt="2022-12-23T16:45:41.736" v="1763" actId="21"/>
          <ac:spMkLst>
            <pc:docMk/>
            <pc:sldMk cId="3384653833" sldId="274"/>
            <ac:spMk id="5" creationId="{755204FE-33FA-76A1-63FF-FF8FDDC03BF7}"/>
          </ac:spMkLst>
        </pc:spChg>
        <pc:picChg chg="add">
          <ac:chgData name="Joe Gavin" userId="83b1ca5a-81db-48a4-a271-22baf4ef4251" providerId="ADAL" clId="{7ED54B7E-0EF6-45CC-B6E3-F1C5CAED81BC}" dt="2022-12-23T16:47:44.712" v="1764" actId="22"/>
          <ac:picMkLst>
            <pc:docMk/>
            <pc:sldMk cId="3384653833" sldId="274"/>
            <ac:picMk id="7" creationId="{61A86900-CCDA-AC74-CF66-BB72A420EFD7}"/>
          </ac:picMkLst>
        </pc:picChg>
        <pc:picChg chg="add del">
          <ac:chgData name="Joe Gavin" userId="83b1ca5a-81db-48a4-a271-22baf4ef4251" providerId="ADAL" clId="{7ED54B7E-0EF6-45CC-B6E3-F1C5CAED81BC}" dt="2022-12-23T16:39:44.335" v="1728" actId="478"/>
          <ac:picMkLst>
            <pc:docMk/>
            <pc:sldMk cId="3384653833" sldId="274"/>
            <ac:picMk id="1026" creationId="{A245E9AD-4D58-2179-9636-266252FC33C3}"/>
          </ac:picMkLst>
        </pc:picChg>
        <pc:picChg chg="add del mod">
          <ac:chgData name="Joe Gavin" userId="83b1ca5a-81db-48a4-a271-22baf4ef4251" providerId="ADAL" clId="{7ED54B7E-0EF6-45CC-B6E3-F1C5CAED81BC}" dt="2022-12-23T16:43:29.056" v="1742"/>
          <ac:picMkLst>
            <pc:docMk/>
            <pc:sldMk cId="3384653833" sldId="274"/>
            <ac:picMk id="1028" creationId="{156C98A0-C3DD-65E3-6E53-45BF85BE2757}"/>
          </ac:picMkLst>
        </pc:picChg>
        <pc:picChg chg="add del">
          <ac:chgData name="Joe Gavin" userId="83b1ca5a-81db-48a4-a271-22baf4ef4251" providerId="ADAL" clId="{7ED54B7E-0EF6-45CC-B6E3-F1C5CAED81BC}" dt="2022-12-23T16:42:44.762" v="1736"/>
          <ac:picMkLst>
            <pc:docMk/>
            <pc:sldMk cId="3384653833" sldId="274"/>
            <ac:picMk id="1030" creationId="{55596B4C-C806-EBB6-D49E-69B665637516}"/>
          </ac:picMkLst>
        </pc:picChg>
        <pc:picChg chg="add del">
          <ac:chgData name="Joe Gavin" userId="83b1ca5a-81db-48a4-a271-22baf4ef4251" providerId="ADAL" clId="{7ED54B7E-0EF6-45CC-B6E3-F1C5CAED81BC}" dt="2022-12-23T16:43:11.754" v="1738"/>
          <ac:picMkLst>
            <pc:docMk/>
            <pc:sldMk cId="3384653833" sldId="274"/>
            <ac:picMk id="1032" creationId="{B07F9338-57AE-283F-4FE1-104882F414E7}"/>
          </ac:picMkLst>
        </pc:picChg>
      </pc:sldChg>
      <pc:sldChg chg="addSp delSp modSp add mod">
        <pc:chgData name="Joe Gavin" userId="83b1ca5a-81db-48a4-a271-22baf4ef4251" providerId="ADAL" clId="{7ED54B7E-0EF6-45CC-B6E3-F1C5CAED81BC}" dt="2023-01-05T21:50:32.962" v="2498" actId="692"/>
        <pc:sldMkLst>
          <pc:docMk/>
          <pc:sldMk cId="39018112" sldId="275"/>
        </pc:sldMkLst>
        <pc:picChg chg="del">
          <ac:chgData name="Joe Gavin" userId="83b1ca5a-81db-48a4-a271-22baf4ef4251" providerId="ADAL" clId="{7ED54B7E-0EF6-45CC-B6E3-F1C5CAED81BC}" dt="2022-12-29T20:15:31.489" v="1892" actId="478"/>
          <ac:picMkLst>
            <pc:docMk/>
            <pc:sldMk cId="39018112" sldId="275"/>
            <ac:picMk id="4" creationId="{66E9E0FC-B8D2-A50E-7ACF-69D58B1C7EBA}"/>
          </ac:picMkLst>
        </pc:picChg>
        <pc:picChg chg="add mod">
          <ac:chgData name="Joe Gavin" userId="83b1ca5a-81db-48a4-a271-22baf4ef4251" providerId="ADAL" clId="{7ED54B7E-0EF6-45CC-B6E3-F1C5CAED81BC}" dt="2023-01-05T21:50:32.962" v="2498" actId="692"/>
          <ac:picMkLst>
            <pc:docMk/>
            <pc:sldMk cId="39018112" sldId="275"/>
            <ac:picMk id="4" creationId="{BBD3B122-B419-4E02-C57C-62E9D20A2757}"/>
          </ac:picMkLst>
        </pc:picChg>
        <pc:picChg chg="add del mod">
          <ac:chgData name="Joe Gavin" userId="83b1ca5a-81db-48a4-a271-22baf4ef4251" providerId="ADAL" clId="{7ED54B7E-0EF6-45CC-B6E3-F1C5CAED81BC}" dt="2023-01-05T21:16:28.028" v="2201" actId="478"/>
          <ac:picMkLst>
            <pc:docMk/>
            <pc:sldMk cId="39018112" sldId="275"/>
            <ac:picMk id="5" creationId="{FFB8F93D-7437-F5F6-F75F-CACF1DF693F6}"/>
          </ac:picMkLst>
        </pc:picChg>
      </pc:sldChg>
    </pc:docChg>
  </pc:docChgLst>
  <pc:docChgLst>
    <pc:chgData name="Joe Gavin" userId="83b1ca5a-81db-48a4-a271-22baf4ef4251" providerId="ADAL" clId="{09947EAF-981C-4424-85E1-9FF5CE2B3172}"/>
    <pc:docChg chg="undo custSel addSld delSld modSld sldOrd">
      <pc:chgData name="Joe Gavin" userId="83b1ca5a-81db-48a4-a271-22baf4ef4251" providerId="ADAL" clId="{09947EAF-981C-4424-85E1-9FF5CE2B3172}" dt="2023-01-10T13:35:47.335" v="940" actId="255"/>
      <pc:docMkLst>
        <pc:docMk/>
      </pc:docMkLst>
      <pc:sldChg chg="modSp mod">
        <pc:chgData name="Joe Gavin" userId="83b1ca5a-81db-48a4-a271-22baf4ef4251" providerId="ADAL" clId="{09947EAF-981C-4424-85E1-9FF5CE2B3172}" dt="2023-01-10T11:56:02.330" v="587" actId="27636"/>
        <pc:sldMkLst>
          <pc:docMk/>
          <pc:sldMk cId="1627032840" sldId="260"/>
        </pc:sldMkLst>
        <pc:spChg chg="mod">
          <ac:chgData name="Joe Gavin" userId="83b1ca5a-81db-48a4-a271-22baf4ef4251" providerId="ADAL" clId="{09947EAF-981C-4424-85E1-9FF5CE2B3172}" dt="2023-01-09T20:00:55.866" v="259" actId="14100"/>
          <ac:spMkLst>
            <pc:docMk/>
            <pc:sldMk cId="1627032840" sldId="260"/>
            <ac:spMk id="2" creationId="{C4A50B35-37AD-556E-C399-22007EEF4DF0}"/>
          </ac:spMkLst>
        </pc:spChg>
        <pc:spChg chg="mod">
          <ac:chgData name="Joe Gavin" userId="83b1ca5a-81db-48a4-a271-22baf4ef4251" providerId="ADAL" clId="{09947EAF-981C-4424-85E1-9FF5CE2B3172}" dt="2023-01-10T11:56:02.330" v="587" actId="27636"/>
          <ac:spMkLst>
            <pc:docMk/>
            <pc:sldMk cId="1627032840" sldId="260"/>
            <ac:spMk id="3" creationId="{5087A054-BEC6-74CA-275A-C0C295F2FF8E}"/>
          </ac:spMkLst>
        </pc:spChg>
      </pc:sldChg>
      <pc:sldChg chg="addSp delSp modSp mod modNotesTx">
        <pc:chgData name="Joe Gavin" userId="83b1ca5a-81db-48a4-a271-22baf4ef4251" providerId="ADAL" clId="{09947EAF-981C-4424-85E1-9FF5CE2B3172}" dt="2023-01-10T13:35:22.818" v="939" actId="255"/>
        <pc:sldMkLst>
          <pc:docMk/>
          <pc:sldMk cId="1529738821" sldId="262"/>
        </pc:sldMkLst>
        <pc:spChg chg="mod">
          <ac:chgData name="Joe Gavin" userId="83b1ca5a-81db-48a4-a271-22baf4ef4251" providerId="ADAL" clId="{09947EAF-981C-4424-85E1-9FF5CE2B3172}" dt="2023-01-10T12:53:10.186" v="672" actId="6549"/>
          <ac:spMkLst>
            <pc:docMk/>
            <pc:sldMk cId="1529738821" sldId="262"/>
            <ac:spMk id="2" creationId="{8F639229-D47C-97C7-8216-EAD788EAECB1}"/>
          </ac:spMkLst>
        </pc:spChg>
        <pc:spChg chg="add del mod">
          <ac:chgData name="Joe Gavin" userId="83b1ca5a-81db-48a4-a271-22baf4ef4251" providerId="ADAL" clId="{09947EAF-981C-4424-85E1-9FF5CE2B3172}" dt="2023-01-09T21:03:21.678" v="425"/>
          <ac:spMkLst>
            <pc:docMk/>
            <pc:sldMk cId="1529738821" sldId="262"/>
            <ac:spMk id="3" creationId="{640CE387-7248-D98A-1371-5245AF0C2D8F}"/>
          </ac:spMkLst>
        </pc:spChg>
        <pc:spChg chg="add mod">
          <ac:chgData name="Joe Gavin" userId="83b1ca5a-81db-48a4-a271-22baf4ef4251" providerId="ADAL" clId="{09947EAF-981C-4424-85E1-9FF5CE2B3172}" dt="2023-01-10T13:35:22.818" v="939" actId="255"/>
          <ac:spMkLst>
            <pc:docMk/>
            <pc:sldMk cId="1529738821" sldId="262"/>
            <ac:spMk id="4" creationId="{CE2B43BD-E873-16C2-4303-88CF479393A2}"/>
          </ac:spMkLst>
        </pc:spChg>
        <pc:picChg chg="del mod">
          <ac:chgData name="Joe Gavin" userId="83b1ca5a-81db-48a4-a271-22baf4ef4251" providerId="ADAL" clId="{09947EAF-981C-4424-85E1-9FF5CE2B3172}" dt="2023-01-09T21:03:14.067" v="424" actId="478"/>
          <ac:picMkLst>
            <pc:docMk/>
            <pc:sldMk cId="1529738821" sldId="262"/>
            <ac:picMk id="5" creationId="{B7676FBC-2188-9DD9-31C4-D16D61971035}"/>
          </ac:picMkLst>
        </pc:picChg>
        <pc:picChg chg="del mod">
          <ac:chgData name="Joe Gavin" userId="83b1ca5a-81db-48a4-a271-22baf4ef4251" providerId="ADAL" clId="{09947EAF-981C-4424-85E1-9FF5CE2B3172}" dt="2023-01-09T20:56:39.925" v="394" actId="478"/>
          <ac:picMkLst>
            <pc:docMk/>
            <pc:sldMk cId="1529738821" sldId="262"/>
            <ac:picMk id="7" creationId="{D61970DB-1A91-1755-4B54-947D3C0D563D}"/>
          </ac:picMkLst>
        </pc:picChg>
      </pc:sldChg>
      <pc:sldChg chg="addSp delSp modSp mod modNotesTx">
        <pc:chgData name="Joe Gavin" userId="83b1ca5a-81db-48a4-a271-22baf4ef4251" providerId="ADAL" clId="{09947EAF-981C-4424-85E1-9FF5CE2B3172}" dt="2023-01-09T20:48:12.941" v="393" actId="6549"/>
        <pc:sldMkLst>
          <pc:docMk/>
          <pc:sldMk cId="3504203127" sldId="263"/>
        </pc:sldMkLst>
        <pc:spChg chg="mod">
          <ac:chgData name="Joe Gavin" userId="83b1ca5a-81db-48a4-a271-22baf4ef4251" providerId="ADAL" clId="{09947EAF-981C-4424-85E1-9FF5CE2B3172}" dt="2023-01-09T16:31:15.495" v="245" actId="113"/>
          <ac:spMkLst>
            <pc:docMk/>
            <pc:sldMk cId="3504203127" sldId="263"/>
            <ac:spMk id="2" creationId="{75C69F79-A7BA-6FEE-C484-A7CA0B19E2CF}"/>
          </ac:spMkLst>
        </pc:spChg>
        <pc:spChg chg="mod">
          <ac:chgData name="Joe Gavin" userId="83b1ca5a-81db-48a4-a271-22baf4ef4251" providerId="ADAL" clId="{09947EAF-981C-4424-85E1-9FF5CE2B3172}" dt="2023-01-09T20:41:44.332" v="374" actId="255"/>
          <ac:spMkLst>
            <pc:docMk/>
            <pc:sldMk cId="3504203127" sldId="263"/>
            <ac:spMk id="6" creationId="{097A8C4A-4CF2-7D6B-F141-732BE5D33155}"/>
          </ac:spMkLst>
        </pc:spChg>
        <pc:picChg chg="del">
          <ac:chgData name="Joe Gavin" userId="83b1ca5a-81db-48a4-a271-22baf4ef4251" providerId="ADAL" clId="{09947EAF-981C-4424-85E1-9FF5CE2B3172}" dt="2023-01-09T20:44:51.617" v="375" actId="478"/>
          <ac:picMkLst>
            <pc:docMk/>
            <pc:sldMk cId="3504203127" sldId="263"/>
            <ac:picMk id="4" creationId="{6271615D-537F-40E4-7672-B2FC4A046370}"/>
          </ac:picMkLst>
        </pc:picChg>
        <pc:picChg chg="add mod">
          <ac:chgData name="Joe Gavin" userId="83b1ca5a-81db-48a4-a271-22baf4ef4251" providerId="ADAL" clId="{09947EAF-981C-4424-85E1-9FF5CE2B3172}" dt="2023-01-09T20:46:34.877" v="392" actId="1076"/>
          <ac:picMkLst>
            <pc:docMk/>
            <pc:sldMk cId="3504203127" sldId="263"/>
            <ac:picMk id="5" creationId="{C952D79A-BF87-5E0D-8972-A9581BDB85FE}"/>
          </ac:picMkLst>
        </pc:picChg>
      </pc:sldChg>
      <pc:sldChg chg="modSp mod">
        <pc:chgData name="Joe Gavin" userId="83b1ca5a-81db-48a4-a271-22baf4ef4251" providerId="ADAL" clId="{09947EAF-981C-4424-85E1-9FF5CE2B3172}" dt="2023-01-09T20:03:19.585" v="275" actId="14100"/>
        <pc:sldMkLst>
          <pc:docMk/>
          <pc:sldMk cId="1378243575" sldId="265"/>
        </pc:sldMkLst>
        <pc:spChg chg="mod">
          <ac:chgData name="Joe Gavin" userId="83b1ca5a-81db-48a4-a271-22baf4ef4251" providerId="ADAL" clId="{09947EAF-981C-4424-85E1-9FF5CE2B3172}" dt="2023-01-09T20:03:19.585" v="275" actId="14100"/>
          <ac:spMkLst>
            <pc:docMk/>
            <pc:sldMk cId="1378243575" sldId="265"/>
            <ac:spMk id="2" creationId="{C4A50B35-37AD-556E-C399-22007EEF4DF0}"/>
          </ac:spMkLst>
        </pc:spChg>
        <pc:picChg chg="mod">
          <ac:chgData name="Joe Gavin" userId="83b1ca5a-81db-48a4-a271-22baf4ef4251" providerId="ADAL" clId="{09947EAF-981C-4424-85E1-9FF5CE2B3172}" dt="2023-01-09T20:02:32.315" v="274" actId="14100"/>
          <ac:picMkLst>
            <pc:docMk/>
            <pc:sldMk cId="1378243575" sldId="265"/>
            <ac:picMk id="6" creationId="{07EB949F-5429-3D54-62ED-034BC97D6690}"/>
          </ac:picMkLst>
        </pc:picChg>
        <pc:picChg chg="mod">
          <ac:chgData name="Joe Gavin" userId="83b1ca5a-81db-48a4-a271-22baf4ef4251" providerId="ADAL" clId="{09947EAF-981C-4424-85E1-9FF5CE2B3172}" dt="2023-01-09T20:02:23.509" v="264" actId="14100"/>
          <ac:picMkLst>
            <pc:docMk/>
            <pc:sldMk cId="1378243575" sldId="265"/>
            <ac:picMk id="9" creationId="{385099B9-54FA-933B-4986-5B59DB15339D}"/>
          </ac:picMkLst>
        </pc:picChg>
      </pc:sldChg>
      <pc:sldChg chg="addSp delSp modSp mod">
        <pc:chgData name="Joe Gavin" userId="83b1ca5a-81db-48a4-a271-22baf4ef4251" providerId="ADAL" clId="{09947EAF-981C-4424-85E1-9FF5CE2B3172}" dt="2023-01-10T13:25:36.901" v="858" actId="6549"/>
        <pc:sldMkLst>
          <pc:docMk/>
          <pc:sldMk cId="1002035818" sldId="268"/>
        </pc:sldMkLst>
        <pc:spChg chg="mod">
          <ac:chgData name="Joe Gavin" userId="83b1ca5a-81db-48a4-a271-22baf4ef4251" providerId="ADAL" clId="{09947EAF-981C-4424-85E1-9FF5CE2B3172}" dt="2023-01-10T13:25:36.901" v="858" actId="6549"/>
          <ac:spMkLst>
            <pc:docMk/>
            <pc:sldMk cId="1002035818" sldId="268"/>
            <ac:spMk id="2" creationId="{BC42F80C-AB6C-90FA-CC9D-A20597640F9D}"/>
          </ac:spMkLst>
        </pc:spChg>
        <pc:picChg chg="add mod">
          <ac:chgData name="Joe Gavin" userId="83b1ca5a-81db-48a4-a271-22baf4ef4251" providerId="ADAL" clId="{09947EAF-981C-4424-85E1-9FF5CE2B3172}" dt="2023-01-09T21:40:37.569" v="568" actId="1076"/>
          <ac:picMkLst>
            <pc:docMk/>
            <pc:sldMk cId="1002035818" sldId="268"/>
            <ac:picMk id="4" creationId="{1281F188-A5D4-1E55-7D9F-4016C3CD8E80}"/>
          </ac:picMkLst>
        </pc:picChg>
        <pc:picChg chg="del">
          <ac:chgData name="Joe Gavin" userId="83b1ca5a-81db-48a4-a271-22baf4ef4251" providerId="ADAL" clId="{09947EAF-981C-4424-85E1-9FF5CE2B3172}" dt="2023-01-09T21:40:07.763" v="557" actId="478"/>
          <ac:picMkLst>
            <pc:docMk/>
            <pc:sldMk cId="1002035818" sldId="268"/>
            <ac:picMk id="13" creationId="{6317C912-AF86-4345-5CA7-7C8A9B9C3239}"/>
          </ac:picMkLst>
        </pc:picChg>
      </pc:sldChg>
      <pc:sldChg chg="modSp del mod">
        <pc:chgData name="Joe Gavin" userId="83b1ca5a-81db-48a4-a271-22baf4ef4251" providerId="ADAL" clId="{09947EAF-981C-4424-85E1-9FF5CE2B3172}" dt="2023-01-09T21:14:29.702" v="498" actId="47"/>
        <pc:sldMkLst>
          <pc:docMk/>
          <pc:sldMk cId="2314937186" sldId="272"/>
        </pc:sldMkLst>
        <pc:spChg chg="mod">
          <ac:chgData name="Joe Gavin" userId="83b1ca5a-81db-48a4-a271-22baf4ef4251" providerId="ADAL" clId="{09947EAF-981C-4424-85E1-9FF5CE2B3172}" dt="2023-01-09T16:30:26.650" v="217" actId="122"/>
          <ac:spMkLst>
            <pc:docMk/>
            <pc:sldMk cId="2314937186" sldId="272"/>
            <ac:spMk id="2" creationId="{C4A50B35-37AD-556E-C399-22007EEF4DF0}"/>
          </ac:spMkLst>
        </pc:spChg>
      </pc:sldChg>
      <pc:sldChg chg="modSp mod">
        <pc:chgData name="Joe Gavin" userId="83b1ca5a-81db-48a4-a271-22baf4ef4251" providerId="ADAL" clId="{09947EAF-981C-4424-85E1-9FF5CE2B3172}" dt="2023-01-09T20:31:58.654" v="292" actId="255"/>
        <pc:sldMkLst>
          <pc:docMk/>
          <pc:sldMk cId="1301303136" sldId="273"/>
        </pc:sldMkLst>
        <pc:spChg chg="mod">
          <ac:chgData name="Joe Gavin" userId="83b1ca5a-81db-48a4-a271-22baf4ef4251" providerId="ADAL" clId="{09947EAF-981C-4424-85E1-9FF5CE2B3172}" dt="2023-01-09T20:31:58.654" v="292" actId="255"/>
          <ac:spMkLst>
            <pc:docMk/>
            <pc:sldMk cId="1301303136" sldId="273"/>
            <ac:spMk id="7" creationId="{8BA5A273-28AD-320B-5664-3F97133AF32A}"/>
          </ac:spMkLst>
        </pc:spChg>
      </pc:sldChg>
      <pc:sldChg chg="addSp delSp modSp mod setBg modNotesTx">
        <pc:chgData name="Joe Gavin" userId="83b1ca5a-81db-48a4-a271-22baf4ef4251" providerId="ADAL" clId="{09947EAF-981C-4424-85E1-9FF5CE2B3172}" dt="2023-01-10T13:31:05.317" v="930" actId="1076"/>
        <pc:sldMkLst>
          <pc:docMk/>
          <pc:sldMk cId="3384653833" sldId="274"/>
        </pc:sldMkLst>
        <pc:spChg chg="del mod">
          <ac:chgData name="Joe Gavin" userId="83b1ca5a-81db-48a4-a271-22baf4ef4251" providerId="ADAL" clId="{09947EAF-981C-4424-85E1-9FF5CE2B3172}" dt="2023-01-09T20:36:43.701" v="359" actId="21"/>
          <ac:spMkLst>
            <pc:docMk/>
            <pc:sldMk cId="3384653833" sldId="274"/>
            <ac:spMk id="2" creationId="{6925F87D-F909-20EA-86AF-BEC145566B2E}"/>
          </ac:spMkLst>
        </pc:spChg>
        <pc:picChg chg="del">
          <ac:chgData name="Joe Gavin" userId="83b1ca5a-81db-48a4-a271-22baf4ef4251" providerId="ADAL" clId="{09947EAF-981C-4424-85E1-9FF5CE2B3172}" dt="2023-01-09T20:35:00.093" v="298" actId="478"/>
          <ac:picMkLst>
            <pc:docMk/>
            <pc:sldMk cId="3384653833" sldId="274"/>
            <ac:picMk id="7" creationId="{61A86900-CCDA-AC74-CF66-BB72A420EFD7}"/>
          </ac:picMkLst>
        </pc:picChg>
        <pc:picChg chg="add del">
          <ac:chgData name="Joe Gavin" userId="83b1ca5a-81db-48a4-a271-22baf4ef4251" providerId="ADAL" clId="{09947EAF-981C-4424-85E1-9FF5CE2B3172}" dt="2023-01-09T20:34:24.922" v="295"/>
          <ac:picMkLst>
            <pc:docMk/>
            <pc:sldMk cId="3384653833" sldId="274"/>
            <ac:picMk id="1026" creationId="{32DA02D9-1108-3686-DCA5-D834099A6726}"/>
          </ac:picMkLst>
        </pc:picChg>
        <pc:picChg chg="add del">
          <ac:chgData name="Joe Gavin" userId="83b1ca5a-81db-48a4-a271-22baf4ef4251" providerId="ADAL" clId="{09947EAF-981C-4424-85E1-9FF5CE2B3172}" dt="2023-01-09T20:34:59.201" v="297"/>
          <ac:picMkLst>
            <pc:docMk/>
            <pc:sldMk cId="3384653833" sldId="274"/>
            <ac:picMk id="1028" creationId="{A6AEFACD-2A34-A620-B9BE-6B7692F46108}"/>
          </ac:picMkLst>
        </pc:picChg>
        <pc:picChg chg="add del mod">
          <ac:chgData name="Joe Gavin" userId="83b1ca5a-81db-48a4-a271-22baf4ef4251" providerId="ADAL" clId="{09947EAF-981C-4424-85E1-9FF5CE2B3172}" dt="2023-01-09T20:35:52.142" v="348" actId="478"/>
          <ac:picMkLst>
            <pc:docMk/>
            <pc:sldMk cId="3384653833" sldId="274"/>
            <ac:picMk id="1030" creationId="{3B4851E9-08CF-0FF2-1E88-149AC7302371}"/>
          </ac:picMkLst>
        </pc:picChg>
        <pc:picChg chg="add mod">
          <ac:chgData name="Joe Gavin" userId="83b1ca5a-81db-48a4-a271-22baf4ef4251" providerId="ADAL" clId="{09947EAF-981C-4424-85E1-9FF5CE2B3172}" dt="2023-01-10T13:31:05.317" v="930" actId="1076"/>
          <ac:picMkLst>
            <pc:docMk/>
            <pc:sldMk cId="3384653833" sldId="274"/>
            <ac:picMk id="1032" creationId="{DD37A388-8C5F-8C26-C77F-5770728FC00B}"/>
          </ac:picMkLst>
        </pc:picChg>
      </pc:sldChg>
      <pc:sldChg chg="del">
        <pc:chgData name="Joe Gavin" userId="83b1ca5a-81db-48a4-a271-22baf4ef4251" providerId="ADAL" clId="{09947EAF-981C-4424-85E1-9FF5CE2B3172}" dt="2023-01-09T14:29:34.812" v="0" actId="2696"/>
        <pc:sldMkLst>
          <pc:docMk/>
          <pc:sldMk cId="39018112" sldId="275"/>
        </pc:sldMkLst>
      </pc:sldChg>
      <pc:sldChg chg="modSp new del mod">
        <pc:chgData name="Joe Gavin" userId="83b1ca5a-81db-48a4-a271-22baf4ef4251" providerId="ADAL" clId="{09947EAF-981C-4424-85E1-9FF5CE2B3172}" dt="2023-01-09T21:14:38.680" v="499" actId="47"/>
        <pc:sldMkLst>
          <pc:docMk/>
          <pc:sldMk cId="3983004329" sldId="275"/>
        </pc:sldMkLst>
        <pc:spChg chg="mod">
          <ac:chgData name="Joe Gavin" userId="83b1ca5a-81db-48a4-a271-22baf4ef4251" providerId="ADAL" clId="{09947EAF-981C-4424-85E1-9FF5CE2B3172}" dt="2023-01-09T20:41:32.211" v="373" actId="20577"/>
          <ac:spMkLst>
            <pc:docMk/>
            <pc:sldMk cId="3983004329" sldId="275"/>
            <ac:spMk id="3" creationId="{A6EA14DA-368A-522E-F556-CD4A1CC710E1}"/>
          </ac:spMkLst>
        </pc:spChg>
      </pc:sldChg>
      <pc:sldChg chg="delSp add del mod">
        <pc:chgData name="Joe Gavin" userId="83b1ca5a-81db-48a4-a271-22baf4ef4251" providerId="ADAL" clId="{09947EAF-981C-4424-85E1-9FF5CE2B3172}" dt="2023-01-09T21:06:45.782" v="448" actId="47"/>
        <pc:sldMkLst>
          <pc:docMk/>
          <pc:sldMk cId="2876148682" sldId="276"/>
        </pc:sldMkLst>
        <pc:picChg chg="del">
          <ac:chgData name="Joe Gavin" userId="83b1ca5a-81db-48a4-a271-22baf4ef4251" providerId="ADAL" clId="{09947EAF-981C-4424-85E1-9FF5CE2B3172}" dt="2023-01-09T21:04:42.979" v="435" actId="478"/>
          <ac:picMkLst>
            <pc:docMk/>
            <pc:sldMk cId="2876148682" sldId="276"/>
            <ac:picMk id="5" creationId="{B7676FBC-2188-9DD9-31C4-D16D61971035}"/>
          </ac:picMkLst>
        </pc:picChg>
      </pc:sldChg>
      <pc:sldChg chg="add del">
        <pc:chgData name="Joe Gavin" userId="83b1ca5a-81db-48a4-a271-22baf4ef4251" providerId="ADAL" clId="{09947EAF-981C-4424-85E1-9FF5CE2B3172}" dt="2023-01-09T21:06:57.334" v="449" actId="47"/>
        <pc:sldMkLst>
          <pc:docMk/>
          <pc:sldMk cId="3867114493" sldId="277"/>
        </pc:sldMkLst>
      </pc:sldChg>
      <pc:sldChg chg="add del">
        <pc:chgData name="Joe Gavin" userId="83b1ca5a-81db-48a4-a271-22baf4ef4251" providerId="ADAL" clId="{09947EAF-981C-4424-85E1-9FF5CE2B3172}" dt="2023-01-09T21:06:57.334" v="449" actId="47"/>
        <pc:sldMkLst>
          <pc:docMk/>
          <pc:sldMk cId="467872610" sldId="278"/>
        </pc:sldMkLst>
      </pc:sldChg>
      <pc:sldChg chg="add del">
        <pc:chgData name="Joe Gavin" userId="83b1ca5a-81db-48a4-a271-22baf4ef4251" providerId="ADAL" clId="{09947EAF-981C-4424-85E1-9FF5CE2B3172}" dt="2023-01-09T21:06:57.334" v="449" actId="47"/>
        <pc:sldMkLst>
          <pc:docMk/>
          <pc:sldMk cId="1566721292" sldId="279"/>
        </pc:sldMkLst>
      </pc:sldChg>
      <pc:sldChg chg="add del">
        <pc:chgData name="Joe Gavin" userId="83b1ca5a-81db-48a4-a271-22baf4ef4251" providerId="ADAL" clId="{09947EAF-981C-4424-85E1-9FF5CE2B3172}" dt="2023-01-09T21:06:57.334" v="449" actId="47"/>
        <pc:sldMkLst>
          <pc:docMk/>
          <pc:sldMk cId="1826060066" sldId="280"/>
        </pc:sldMkLst>
      </pc:sldChg>
      <pc:sldChg chg="add del">
        <pc:chgData name="Joe Gavin" userId="83b1ca5a-81db-48a4-a271-22baf4ef4251" providerId="ADAL" clId="{09947EAF-981C-4424-85E1-9FF5CE2B3172}" dt="2023-01-09T21:06:57.334" v="449" actId="47"/>
        <pc:sldMkLst>
          <pc:docMk/>
          <pc:sldMk cId="3461270291" sldId="281"/>
        </pc:sldMkLst>
      </pc:sldChg>
      <pc:sldChg chg="add del">
        <pc:chgData name="Joe Gavin" userId="83b1ca5a-81db-48a4-a271-22baf4ef4251" providerId="ADAL" clId="{09947EAF-981C-4424-85E1-9FF5CE2B3172}" dt="2023-01-09T21:06:57.334" v="449" actId="47"/>
        <pc:sldMkLst>
          <pc:docMk/>
          <pc:sldMk cId="1785529833" sldId="282"/>
        </pc:sldMkLst>
      </pc:sldChg>
      <pc:sldChg chg="add del">
        <pc:chgData name="Joe Gavin" userId="83b1ca5a-81db-48a4-a271-22baf4ef4251" providerId="ADAL" clId="{09947EAF-981C-4424-85E1-9FF5CE2B3172}" dt="2023-01-09T21:06:57.334" v="449" actId="47"/>
        <pc:sldMkLst>
          <pc:docMk/>
          <pc:sldMk cId="3756912637" sldId="283"/>
        </pc:sldMkLst>
      </pc:sldChg>
      <pc:sldChg chg="add del">
        <pc:chgData name="Joe Gavin" userId="83b1ca5a-81db-48a4-a271-22baf4ef4251" providerId="ADAL" clId="{09947EAF-981C-4424-85E1-9FF5CE2B3172}" dt="2023-01-09T21:06:45.782" v="448" actId="47"/>
        <pc:sldMkLst>
          <pc:docMk/>
          <pc:sldMk cId="1570870246" sldId="284"/>
        </pc:sldMkLst>
      </pc:sldChg>
      <pc:sldChg chg="add del">
        <pc:chgData name="Joe Gavin" userId="83b1ca5a-81db-48a4-a271-22baf4ef4251" providerId="ADAL" clId="{09947EAF-981C-4424-85E1-9FF5CE2B3172}" dt="2023-01-09T21:06:45.782" v="448" actId="47"/>
        <pc:sldMkLst>
          <pc:docMk/>
          <pc:sldMk cId="89914679" sldId="285"/>
        </pc:sldMkLst>
      </pc:sldChg>
      <pc:sldChg chg="modSp add mod modNotesTx">
        <pc:chgData name="Joe Gavin" userId="83b1ca5a-81db-48a4-a271-22baf4ef4251" providerId="ADAL" clId="{09947EAF-981C-4424-85E1-9FF5CE2B3172}" dt="2023-01-10T13:35:47.335" v="940" actId="255"/>
        <pc:sldMkLst>
          <pc:docMk/>
          <pc:sldMk cId="1729903700" sldId="286"/>
        </pc:sldMkLst>
        <pc:spChg chg="mod">
          <ac:chgData name="Joe Gavin" userId="83b1ca5a-81db-48a4-a271-22baf4ef4251" providerId="ADAL" clId="{09947EAF-981C-4424-85E1-9FF5CE2B3172}" dt="2023-01-10T13:25:13.519" v="832" actId="6549"/>
          <ac:spMkLst>
            <pc:docMk/>
            <pc:sldMk cId="1729903700" sldId="286"/>
            <ac:spMk id="2" creationId="{8F639229-D47C-97C7-8216-EAD788EAECB1}"/>
          </ac:spMkLst>
        </pc:spChg>
        <pc:spChg chg="mod">
          <ac:chgData name="Joe Gavin" userId="83b1ca5a-81db-48a4-a271-22baf4ef4251" providerId="ADAL" clId="{09947EAF-981C-4424-85E1-9FF5CE2B3172}" dt="2023-01-10T13:35:47.335" v="940" actId="255"/>
          <ac:spMkLst>
            <pc:docMk/>
            <pc:sldMk cId="1729903700" sldId="286"/>
            <ac:spMk id="4" creationId="{CE2B43BD-E873-16C2-4303-88CF479393A2}"/>
          </ac:spMkLst>
        </pc:spChg>
      </pc:sldChg>
      <pc:sldChg chg="modSp add mod modNotesTx">
        <pc:chgData name="Joe Gavin" userId="83b1ca5a-81db-48a4-a271-22baf4ef4251" providerId="ADAL" clId="{09947EAF-981C-4424-85E1-9FF5CE2B3172}" dt="2023-01-10T13:35:09.056" v="938" actId="255"/>
        <pc:sldMkLst>
          <pc:docMk/>
          <pc:sldMk cId="2186286641" sldId="287"/>
        </pc:sldMkLst>
        <pc:spChg chg="mod">
          <ac:chgData name="Joe Gavin" userId="83b1ca5a-81db-48a4-a271-22baf4ef4251" providerId="ADAL" clId="{09947EAF-981C-4424-85E1-9FF5CE2B3172}" dt="2023-01-10T12:53:44.870" v="736" actId="6549"/>
          <ac:spMkLst>
            <pc:docMk/>
            <pc:sldMk cId="2186286641" sldId="287"/>
            <ac:spMk id="2" creationId="{8F639229-D47C-97C7-8216-EAD788EAECB1}"/>
          </ac:spMkLst>
        </pc:spChg>
        <pc:spChg chg="mod">
          <ac:chgData name="Joe Gavin" userId="83b1ca5a-81db-48a4-a271-22baf4ef4251" providerId="ADAL" clId="{09947EAF-981C-4424-85E1-9FF5CE2B3172}" dt="2023-01-10T13:35:09.056" v="938" actId="255"/>
          <ac:spMkLst>
            <pc:docMk/>
            <pc:sldMk cId="2186286641" sldId="287"/>
            <ac:spMk id="4" creationId="{CE2B43BD-E873-16C2-4303-88CF479393A2}"/>
          </ac:spMkLst>
        </pc:spChg>
      </pc:sldChg>
      <pc:sldChg chg="modSp add del mod">
        <pc:chgData name="Joe Gavin" userId="83b1ca5a-81db-48a4-a271-22baf4ef4251" providerId="ADAL" clId="{09947EAF-981C-4424-85E1-9FF5CE2B3172}" dt="2023-01-09T21:16:35.843" v="506" actId="2696"/>
        <pc:sldMkLst>
          <pc:docMk/>
          <pc:sldMk cId="3605570557" sldId="288"/>
        </pc:sldMkLst>
        <pc:spChg chg="mod">
          <ac:chgData name="Joe Gavin" userId="83b1ca5a-81db-48a4-a271-22baf4ef4251" providerId="ADAL" clId="{09947EAF-981C-4424-85E1-9FF5CE2B3172}" dt="2023-01-09T21:07:56.873" v="453"/>
          <ac:spMkLst>
            <pc:docMk/>
            <pc:sldMk cId="3605570557" sldId="288"/>
            <ac:spMk id="4" creationId="{CE2B43BD-E873-16C2-4303-88CF479393A2}"/>
          </ac:spMkLst>
        </pc:spChg>
      </pc:sldChg>
      <pc:sldChg chg="modSp add del mod">
        <pc:chgData name="Joe Gavin" userId="83b1ca5a-81db-48a4-a271-22baf4ef4251" providerId="ADAL" clId="{09947EAF-981C-4424-85E1-9FF5CE2B3172}" dt="2023-01-10T13:33:46.407" v="931" actId="2696"/>
        <pc:sldMkLst>
          <pc:docMk/>
          <pc:sldMk cId="178299478" sldId="289"/>
        </pc:sldMkLst>
        <pc:spChg chg="mod">
          <ac:chgData name="Joe Gavin" userId="83b1ca5a-81db-48a4-a271-22baf4ef4251" providerId="ADAL" clId="{09947EAF-981C-4424-85E1-9FF5CE2B3172}" dt="2023-01-10T12:51:11.735" v="599" actId="6549"/>
          <ac:spMkLst>
            <pc:docMk/>
            <pc:sldMk cId="178299478" sldId="289"/>
            <ac:spMk id="2" creationId="{C4A50B35-37AD-556E-C399-22007EEF4DF0}"/>
          </ac:spMkLst>
        </pc:spChg>
      </pc:sldChg>
      <pc:sldChg chg="addSp delSp add del mod ord">
        <pc:chgData name="Joe Gavin" userId="83b1ca5a-81db-48a4-a271-22baf4ef4251" providerId="ADAL" clId="{09947EAF-981C-4424-85E1-9FF5CE2B3172}" dt="2023-01-09T21:13:21.811" v="495" actId="2696"/>
        <pc:sldMkLst>
          <pc:docMk/>
          <pc:sldMk cId="1358035295" sldId="289"/>
        </pc:sldMkLst>
        <pc:picChg chg="add del">
          <ac:chgData name="Joe Gavin" userId="83b1ca5a-81db-48a4-a271-22baf4ef4251" providerId="ADAL" clId="{09947EAF-981C-4424-85E1-9FF5CE2B3172}" dt="2023-01-09T21:10:32.718" v="458" actId="22"/>
          <ac:picMkLst>
            <pc:docMk/>
            <pc:sldMk cId="1358035295" sldId="289"/>
            <ac:picMk id="4" creationId="{897366DA-6313-460D-3016-8A19602B9AC0}"/>
          </ac:picMkLst>
        </pc:picChg>
      </pc:sldChg>
      <pc:sldChg chg="addSp delSp modSp add del mod modNotesTx">
        <pc:chgData name="Joe Gavin" userId="83b1ca5a-81db-48a4-a271-22baf4ef4251" providerId="ADAL" clId="{09947EAF-981C-4424-85E1-9FF5CE2B3172}" dt="2023-01-10T12:54:22.413" v="782" actId="2696"/>
        <pc:sldMkLst>
          <pc:docMk/>
          <pc:sldMk cId="379938525" sldId="290"/>
        </pc:sldMkLst>
        <pc:spChg chg="del mod">
          <ac:chgData name="Joe Gavin" userId="83b1ca5a-81db-48a4-a271-22baf4ef4251" providerId="ADAL" clId="{09947EAF-981C-4424-85E1-9FF5CE2B3172}" dt="2023-01-09T21:15:39.609" v="502" actId="21"/>
          <ac:spMkLst>
            <pc:docMk/>
            <pc:sldMk cId="379938525" sldId="290"/>
            <ac:spMk id="4" creationId="{CE2B43BD-E873-16C2-4303-88CF479393A2}"/>
          </ac:spMkLst>
        </pc:spChg>
        <pc:spChg chg="add del mod">
          <ac:chgData name="Joe Gavin" userId="83b1ca5a-81db-48a4-a271-22baf4ef4251" providerId="ADAL" clId="{09947EAF-981C-4424-85E1-9FF5CE2B3172}" dt="2023-01-09T21:15:51.895" v="503" actId="21"/>
          <ac:spMkLst>
            <pc:docMk/>
            <pc:sldMk cId="379938525" sldId="290"/>
            <ac:spMk id="5" creationId="{FC86DF69-E479-C984-7EF6-E68E013D03CA}"/>
          </ac:spMkLst>
        </pc:spChg>
        <pc:picChg chg="add del mod">
          <ac:chgData name="Joe Gavin" userId="83b1ca5a-81db-48a4-a271-22baf4ef4251" providerId="ADAL" clId="{09947EAF-981C-4424-85E1-9FF5CE2B3172}" dt="2023-01-09T21:17:47.417" v="528" actId="478"/>
          <ac:picMkLst>
            <pc:docMk/>
            <pc:sldMk cId="379938525" sldId="290"/>
            <ac:picMk id="7" creationId="{41BBF37D-9D74-5D55-AA2A-E7A3AC8906D4}"/>
          </ac:picMkLst>
        </pc:picChg>
        <pc:picChg chg="add mod">
          <ac:chgData name="Joe Gavin" userId="83b1ca5a-81db-48a4-a271-22baf4ef4251" providerId="ADAL" clId="{09947EAF-981C-4424-85E1-9FF5CE2B3172}" dt="2023-01-09T21:19:15.625" v="551" actId="1076"/>
          <ac:picMkLst>
            <pc:docMk/>
            <pc:sldMk cId="379938525" sldId="290"/>
            <ac:picMk id="9" creationId="{5A559C91-4C68-6D13-9E4A-DFED79B808C6}"/>
          </ac:picMkLst>
        </pc:picChg>
      </pc:sldChg>
      <pc:sldChg chg="add del">
        <pc:chgData name="Joe Gavin" userId="83b1ca5a-81db-48a4-a271-22baf4ef4251" providerId="ADAL" clId="{09947EAF-981C-4424-85E1-9FF5CE2B3172}" dt="2023-01-09T21:10:41.009" v="460" actId="47"/>
        <pc:sldMkLst>
          <pc:docMk/>
          <pc:sldMk cId="408298101" sldId="290"/>
        </pc:sldMkLst>
      </pc:sldChg>
      <pc:sldChg chg="addSp delSp modSp add del mod ord">
        <pc:chgData name="Joe Gavin" userId="83b1ca5a-81db-48a4-a271-22baf4ef4251" providerId="ADAL" clId="{09947EAF-981C-4424-85E1-9FF5CE2B3172}" dt="2023-01-09T21:13:29.679" v="497" actId="47"/>
        <pc:sldMkLst>
          <pc:docMk/>
          <pc:sldMk cId="1055782472" sldId="290"/>
        </pc:sldMkLst>
        <pc:picChg chg="add del">
          <ac:chgData name="Joe Gavin" userId="83b1ca5a-81db-48a4-a271-22baf4ef4251" providerId="ADAL" clId="{09947EAF-981C-4424-85E1-9FF5CE2B3172}" dt="2023-01-09T21:11:55.052" v="464" actId="478"/>
          <ac:picMkLst>
            <pc:docMk/>
            <pc:sldMk cId="1055782472" sldId="290"/>
            <ac:picMk id="4" creationId="{416B50B7-35AD-6091-A35F-BF440A80CCA9}"/>
          </ac:picMkLst>
        </pc:picChg>
        <pc:picChg chg="add mod">
          <ac:chgData name="Joe Gavin" userId="83b1ca5a-81db-48a4-a271-22baf4ef4251" providerId="ADAL" clId="{09947EAF-981C-4424-85E1-9FF5CE2B3172}" dt="2023-01-09T21:12:29.159" v="492" actId="1076"/>
          <ac:picMkLst>
            <pc:docMk/>
            <pc:sldMk cId="1055782472" sldId="290"/>
            <ac:picMk id="6" creationId="{56CAC5E1-9AF7-621A-94AF-E1C960DE1367}"/>
          </ac:picMkLst>
        </pc:picChg>
        <pc:picChg chg="del">
          <ac:chgData name="Joe Gavin" userId="83b1ca5a-81db-48a4-a271-22baf4ef4251" providerId="ADAL" clId="{09947EAF-981C-4424-85E1-9FF5CE2B3172}" dt="2023-01-09T21:10:53.308" v="462" actId="478"/>
          <ac:picMkLst>
            <pc:docMk/>
            <pc:sldMk cId="1055782472" sldId="290"/>
            <ac:picMk id="9" creationId="{12013F03-1922-0169-9EEE-0FC9E93E0B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3BC1C-98E8-492C-8D93-7FFD9B2B0CFC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20BCD-A208-4670-A0AB-81D7689BE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67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20BCD-A208-4670-A0AB-81D7689BE5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57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20BCD-A208-4670-A0AB-81D7689BE5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60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20BCD-A208-4670-A0AB-81D7689BE5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13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20BCD-A208-4670-A0AB-81D7689BE5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56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20BCD-A208-4670-A0AB-81D7689BE5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86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20BCD-A208-4670-A0AB-81D7689BE5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6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20BCD-A208-4670-A0AB-81D7689BE5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27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B88D-C57F-A8AF-4579-4C170A306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4F615-07E6-FAC2-835A-147F9D4BF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51B39-227B-90A7-A1D3-C6C46607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0B36-015A-B8E9-CA48-1777EFC5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E378D-5805-6012-D531-0BCFF9FA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4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1BD3-B22B-7C60-2E41-87F7CCDC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042A2-B046-821F-BDD3-C3803CC9E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00E05-2D3E-B212-1686-72510AAA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9A310-B294-D5DF-65D3-E3B1ADFDE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F816A-7951-3415-9691-27060F70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7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07C9C-AD79-FFE2-5B2D-906875C3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769B6-CD95-B4E1-C868-3C39FDDED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8FA3B-5EC2-D32C-DEEF-BD0462DB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77CFF-C6C0-2672-12C0-2EB8006F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1F2C4-D5B8-FE99-5616-11AD0B05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9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2B31-D680-8E77-B5E1-07CE3C4D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940BE-E3E1-32D2-94D6-C6D60CCBF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E834A-1F84-D801-A363-A72D52DA3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8F02F-3439-8A82-138D-BB023F20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2E9E0-FB17-42A9-8D3F-756F655FD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22F5E-9E84-4401-7616-CE439043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0923-8E96-8BC9-B14F-83528C62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55F8D-ADE2-E950-9543-D385E8D8C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AB807-2F93-2C74-CECE-788C076D9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8CAE7-AD28-6EE7-6D3E-438C7357F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82BD3-A45F-77C9-EEBB-8ED700A02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B289DE-ED74-5BE0-6E95-ECA4BDAD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AE76D-8DD2-CCA2-C4CA-018DD036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A6617-63EB-2F02-68F8-2544678C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2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FD51-0CC2-0AB5-28ED-12501816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F543A-9762-06FD-790B-6BDA9256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9C646-2D7D-9244-0013-B4F5B78F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5F359-4B1B-FB0A-A4B0-48CA5CAC7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8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F16B4D-20E3-EF77-FCBA-B00D3C04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E493D-E671-317D-82FA-77C1C4D0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33A1C-8D46-A228-DBD2-CFBE6A68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0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95276-6A9B-E026-AFA3-5D144F0E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7170-807B-025F-C095-9C550A4B9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727B2-8579-EA67-F211-BD76E795D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41A99-D6DF-B670-9FBD-91D52BA3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DB983-CFE8-EDAF-69B3-2757EFCD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3D903-2752-7C07-2246-F80722E3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9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EF0A5-3E62-26E0-78C7-9B3E6D82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3A8D4-1A47-F072-10A0-805CC2253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22356-447D-9062-1129-C33FBB8D2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E3651-E47C-C314-C3DC-A85677F54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FE2CF-99CF-C430-D851-4F57ACA0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F6797-620A-164C-14A8-4B159992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3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A05A-D78C-BA97-A128-70CE6DA3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9151F-1070-F87D-E8C1-F9C19026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2737-127E-A59E-E806-DA022A31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88C73-4FA7-C972-FFA8-71518199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AB8FD-2030-30B7-29EB-BA20E110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B1A73-6B63-6F0D-D677-8844E2358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4AF3D-9720-F516-35F6-952E42CAB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AEC61-CB2D-C631-1FDC-F9BED451B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574FA-D519-7640-209A-3C6DEA62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2314D-BA58-8D49-E4F4-C6FA6234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5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F1D66-E437-4B98-64BE-D09FA020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F0C9D-F7AA-206E-23B7-71A4BD1CE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4EC22-B381-48CE-0155-C37180680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8B88A-7B01-4182-9B17-65B2A021AB95}" type="datetimeFigureOut">
              <a:rPr lang="en-US" smtClean="0"/>
              <a:t>1/9/2023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37EF9-973B-C973-0FD3-68C3E5CEA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F892D-5B7C-3791-E727-B4E0246A2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65877-7D6F-4408-BE9D-DA2A272DA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6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ACCD-0C65-75F4-60D2-40207A985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042"/>
            <a:ext cx="12192000" cy="1514158"/>
          </a:xfrm>
          <a:noFill/>
        </p:spPr>
        <p:txBody>
          <a:bodyPr>
            <a:normAutofit/>
          </a:bodyPr>
          <a:lstStyle/>
          <a:p>
            <a:r>
              <a:rPr lang="en-US" b="1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Automate Database Backup Validation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D2B6E0-8F5F-9547-A014-F661EB0E3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63932"/>
            <a:ext cx="12192000" cy="441960"/>
          </a:xfrm>
        </p:spPr>
        <p:txBody>
          <a:bodyPr>
            <a:noAutofit/>
          </a:bodyPr>
          <a:lstStyle/>
          <a:p>
            <a:endParaRPr lang="en-US" sz="3600" dirty="0"/>
          </a:p>
          <a:p>
            <a:endParaRPr lang="en-US" sz="3600" dirty="0"/>
          </a:p>
          <a:p>
            <a:r>
              <a:rPr lang="en-US" sz="6600" dirty="0"/>
              <a:t>Joe Gavin</a:t>
            </a:r>
          </a:p>
        </p:txBody>
      </p:sp>
    </p:spTree>
    <p:extLst>
      <p:ext uri="{BB962C8B-B14F-4D97-AF65-F5344CB8AC3E}">
        <p14:creationId xmlns:p14="http://schemas.microsoft.com/office/powerpoint/2010/main" val="2563631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0B35-37AD-556E-C399-22007EEF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Test-</a:t>
            </a:r>
            <a:r>
              <a:rPr lang="en-US" b="1" dirty="0" err="1"/>
              <a:t>DbaLastBackup</a:t>
            </a:r>
            <a:r>
              <a:rPr lang="en-US" b="1" dirty="0"/>
              <a:t> (</a:t>
            </a:r>
            <a:r>
              <a:rPr lang="en-US" b="1" dirty="0" err="1"/>
              <a:t>dbatools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7A054-BEC6-74CA-275A-C0C295F2F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sz="5400" dirty="0"/>
              <a:t>Get latest backup information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0" i="0" dirty="0">
                <a:solidFill>
                  <a:srgbClr val="212529"/>
                </a:solidFill>
                <a:effectLst/>
              </a:rPr>
              <a:t>Restores backup to destination as</a:t>
            </a:r>
            <a:r>
              <a:rPr lang="en-US" sz="5400" dirty="0">
                <a:solidFill>
                  <a:srgbClr val="212529"/>
                </a:solidFill>
              </a:rPr>
              <a:t> </a:t>
            </a:r>
            <a:endParaRPr lang="en-US" sz="5400" b="0" i="0" dirty="0">
              <a:solidFill>
                <a:srgbClr val="212529"/>
              </a:solidFill>
              <a:effectLst/>
            </a:endParaRPr>
          </a:p>
          <a:p>
            <a:pPr marL="457200" lvl="1" indent="0">
              <a:buNone/>
            </a:pPr>
            <a:r>
              <a:rPr lang="en-US" sz="5400" b="0" i="1" dirty="0">
                <a:solidFill>
                  <a:srgbClr val="212529"/>
                </a:solidFill>
                <a:effectLst/>
              </a:rPr>
              <a:t> </a:t>
            </a:r>
            <a:r>
              <a:rPr lang="en-US" sz="5400" b="0" i="1" dirty="0" err="1">
                <a:solidFill>
                  <a:srgbClr val="212529"/>
                </a:solidFill>
                <a:effectLst/>
              </a:rPr>
              <a:t>dbatools-testrestore</a:t>
            </a:r>
            <a:r>
              <a:rPr lang="en-US" sz="5400" b="0" i="1" dirty="0">
                <a:solidFill>
                  <a:srgbClr val="212529"/>
                </a:solidFill>
                <a:effectLst/>
              </a:rPr>
              <a:t>-&lt;</a:t>
            </a:r>
            <a:r>
              <a:rPr lang="en-US" sz="5400" b="0" i="1" dirty="0" err="1">
                <a:solidFill>
                  <a:srgbClr val="212529"/>
                </a:solidFill>
                <a:effectLst/>
              </a:rPr>
              <a:t>DatabaseName</a:t>
            </a:r>
            <a:r>
              <a:rPr lang="en-US" sz="5400" b="0" i="1" dirty="0">
                <a:solidFill>
                  <a:srgbClr val="212529"/>
                </a:solidFill>
                <a:effectLst/>
              </a:rPr>
              <a:t>&gt;</a:t>
            </a:r>
            <a:r>
              <a:rPr lang="en-US" sz="5400" b="0" dirty="0">
                <a:solidFill>
                  <a:srgbClr val="212529"/>
                </a:solidFill>
                <a:effectLst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5400" b="0" i="0" dirty="0">
                <a:solidFill>
                  <a:srgbClr val="212529"/>
                </a:solidFill>
                <a:effectLst/>
              </a:rPr>
              <a:t>Run DBCC CHECKDB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0" i="0" dirty="0">
                <a:solidFill>
                  <a:srgbClr val="212529"/>
                </a:solidFill>
                <a:effectLst/>
              </a:rPr>
              <a:t>Drop restored database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dirty="0">
                <a:solidFill>
                  <a:srgbClr val="212529"/>
                </a:solidFill>
              </a:rPr>
              <a:t>Repeat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5400" b="0" i="0" dirty="0">
                <a:solidFill>
                  <a:srgbClr val="212529"/>
                </a:solidFill>
                <a:effectLst/>
              </a:rPr>
              <a:t>Output results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03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0B35-37AD-556E-C399-22007EEF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288183"/>
          </a:xfrm>
        </p:spPr>
        <p:txBody>
          <a:bodyPr/>
          <a:lstStyle/>
          <a:p>
            <a:pPr algn="ctr"/>
            <a:r>
              <a:rPr lang="en-US" b="1" dirty="0"/>
              <a:t>Run Test-</a:t>
            </a:r>
            <a:r>
              <a:rPr lang="en-US" b="1" dirty="0" err="1"/>
              <a:t>DbaLastBackup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B949F-5429-3D54-62ED-034BC97D6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68" y="1334616"/>
            <a:ext cx="9088119" cy="1629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5099B9-54FA-933B-4986-5B59DB153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13" y="3178493"/>
            <a:ext cx="11085790" cy="32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4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9229-D47C-97C7-8216-EAD788EA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Assign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B43BD-E873-16C2-4303-88CF47939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 </a:t>
            </a: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&lt;#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Script name: TestRestores.ps1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https://docs.dbatools.io/Test-DbaLastBackup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modules required: </a:t>
            </a:r>
            <a:r>
              <a:rPr lang="en-US" sz="1500" dirty="0" err="1">
                <a:solidFill>
                  <a:srgbClr val="006400"/>
                </a:solidFill>
                <a:latin typeface="Lucida Console" panose="020B0609040504020204" pitchFamily="49" charset="0"/>
              </a:rPr>
              <a:t>dbatools</a:t>
            </a:r>
            <a:endParaRPr lang="en-US" sz="1500" dirty="0">
              <a:solidFill>
                <a:srgbClr val="006400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#&gt;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$Destination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"WIN-K2NV3D17HHC"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WorkDir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"C:\BackupValidation"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OutFile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WorkDir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\BackupValidation.csv"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PSEmailServer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'smtp.mymailserver.com'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SqlServers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Get-Content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WorkDir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\servers.txt"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Sort-Object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# ordered list of </a:t>
            </a:r>
            <a:r>
              <a:rPr lang="en-US" sz="1500" dirty="0" err="1">
                <a:solidFill>
                  <a:srgbClr val="006400"/>
                </a:solidFill>
                <a:latin typeface="Lucida Console" panose="020B0609040504020204" pitchFamily="49" charset="0"/>
              </a:rPr>
              <a:t>sql</a:t>
            </a: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 server names in text file 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2973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9229-D47C-97C7-8216-EAD788EA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Loop Through List of Servers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B43BD-E873-16C2-4303-88CF47939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52370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 </a:t>
            </a: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# cd to working directory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Set-Location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WorkDir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# delete old </a:t>
            </a:r>
            <a:r>
              <a:rPr lang="en-US" sz="1500" dirty="0" err="1">
                <a:solidFill>
                  <a:srgbClr val="006400"/>
                </a:solidFill>
                <a:latin typeface="Lucida Console" panose="020B0609040504020204" pitchFamily="49" charset="0"/>
              </a:rPr>
              <a:t>outfiles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00008B"/>
                </a:solidFill>
                <a:latin typeface="Lucida Console" panose="020B0609040504020204" pitchFamily="49" charset="0"/>
              </a:rPr>
              <a:t>If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Test-Path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OutFile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){</a:t>
            </a: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Remove-Item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OutFile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buNone/>
            </a:pP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# loop thru servers in $</a:t>
            </a:r>
            <a:r>
              <a:rPr lang="en-US" sz="1500" dirty="0" err="1">
                <a:solidFill>
                  <a:srgbClr val="006400"/>
                </a:solidFill>
                <a:latin typeface="Lucida Console" panose="020B0609040504020204" pitchFamily="49" charset="0"/>
              </a:rPr>
              <a:t>SqlServers</a:t>
            </a: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 array 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00008B"/>
                </a:solidFill>
                <a:latin typeface="Lucida Console" panose="020B0609040504020204" pitchFamily="49" charset="0"/>
              </a:rPr>
              <a:t>Foreach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SqlServer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B"/>
                </a:solidFill>
                <a:latin typeface="Lucida Console" panose="020B0609040504020204" pitchFamily="49" charset="0"/>
              </a:rPr>
              <a:t>in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SqlServers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Test-</a:t>
            </a:r>
            <a:r>
              <a:rPr lang="en-US" sz="15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DbaLastBackup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</a:t>
            </a:r>
            <a:r>
              <a:rPr lang="en-US" sz="1500" dirty="0" err="1">
                <a:solidFill>
                  <a:srgbClr val="000080"/>
                </a:solidFill>
                <a:latin typeface="Lucida Console" panose="020B0609040504020204" pitchFamily="49" charset="0"/>
              </a:rPr>
              <a:t>SqlInstance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SqlServer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-Destination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$Destination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`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Select-Object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A2BE2"/>
                </a:solidFill>
                <a:latin typeface="Lucida Console" panose="020B0609040504020204" pitchFamily="49" charset="0"/>
              </a:rPr>
              <a:t>SourceServer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srgbClr val="8A2BE2"/>
                </a:solidFill>
                <a:latin typeface="Lucida Console" panose="020B0609040504020204" pitchFamily="49" charset="0"/>
              </a:rPr>
              <a:t>Database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srgbClr val="8A2BE2"/>
                </a:solidFill>
                <a:latin typeface="Lucida Console" panose="020B0609040504020204" pitchFamily="49" charset="0"/>
              </a:rPr>
              <a:t>FileExists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srgbClr val="8A2BE2"/>
                </a:solidFill>
                <a:latin typeface="Lucida Console" panose="020B0609040504020204" pitchFamily="49" charset="0"/>
              </a:rPr>
              <a:t>Size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srgbClr val="8A2BE2"/>
                </a:solidFill>
                <a:latin typeface="Lucida Console" panose="020B0609040504020204" pitchFamily="49" charset="0"/>
              </a:rPr>
              <a:t>RestoreResult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srgbClr val="8A2BE2"/>
                </a:solidFill>
                <a:latin typeface="Lucida Console" panose="020B0609040504020204" pitchFamily="49" charset="0"/>
              </a:rPr>
              <a:t>RestoreElapsed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srgbClr val="8A2BE2"/>
                </a:solidFill>
                <a:latin typeface="Lucida Console" panose="020B0609040504020204" pitchFamily="49" charset="0"/>
              </a:rPr>
              <a:t>DbccResult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`</a:t>
            </a:r>
          </a:p>
          <a:p>
            <a:pPr marL="0" indent="0">
              <a:buNone/>
            </a:pP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# https://www.millersystems.com/powershell-exporting-multi-valued-attributes-via-export-csv-cmdlet/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@{Name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'BackupFiles'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;Expression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{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[</a:t>
            </a:r>
            <a:r>
              <a:rPr lang="en-US" sz="1500" dirty="0">
                <a:solidFill>
                  <a:srgbClr val="006161"/>
                </a:solidFill>
                <a:latin typeface="Lucida Console" panose="020B0609040504020204" pitchFamily="49" charset="0"/>
              </a:rPr>
              <a:t>string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]::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join(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"`n"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,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(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$_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.</a:t>
            </a:r>
            <a:r>
              <a:rPr lang="en-US" sz="15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BackupFiles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))}}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|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`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Export-Csv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-Path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</a:t>
            </a:r>
            <a:r>
              <a:rPr lang="en-US" sz="1500" dirty="0" err="1">
                <a:solidFill>
                  <a:srgbClr val="A82D00"/>
                </a:solidFill>
                <a:latin typeface="Lucida Console" panose="020B0609040504020204" pitchFamily="49" charset="0"/>
              </a:rPr>
              <a:t>OutFile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-Append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</a:t>
            </a:r>
            <a:r>
              <a:rPr lang="en-US" sz="1500" dirty="0" err="1">
                <a:solidFill>
                  <a:srgbClr val="000080"/>
                </a:solidFill>
                <a:latin typeface="Lucida Console" panose="020B0609040504020204" pitchFamily="49" charset="0"/>
              </a:rPr>
              <a:t>NoTypeInformation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28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9229-D47C-97C7-8216-EAD788EA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Email Output File as Attachment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B43BD-E873-16C2-4303-88CF47939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 </a:t>
            </a:r>
            <a:r>
              <a:rPr lang="en-US" sz="1500" dirty="0">
                <a:solidFill>
                  <a:srgbClr val="006400"/>
                </a:solidFill>
                <a:latin typeface="Lucida Console" panose="020B0609040504020204" pitchFamily="49" charset="0"/>
              </a:rPr>
              <a:t># email </a:t>
            </a:r>
            <a:r>
              <a:rPr lang="en-US" sz="1500" dirty="0" err="1">
                <a:solidFill>
                  <a:srgbClr val="006400"/>
                </a:solidFill>
                <a:latin typeface="Lucida Console" panose="020B0609040504020204" pitchFamily="49" charset="0"/>
              </a:rPr>
              <a:t>attachements</a:t>
            </a:r>
            <a:endParaRPr lang="en-US" sz="15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$Attachments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@(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$OutFile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00FF"/>
                </a:solidFill>
                <a:latin typeface="Lucida Console" panose="020B0609040504020204" pitchFamily="49" charset="0"/>
              </a:rPr>
              <a:t>Send-</a:t>
            </a:r>
            <a:r>
              <a:rPr lang="en-US" sz="150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MailMessage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-To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"dba@mycompany.com"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-From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"testrestores@mycompany.com"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-Subject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8B0000"/>
                </a:solidFill>
                <a:latin typeface="Lucida Console" panose="020B0609040504020204" pitchFamily="49" charset="0"/>
              </a:rPr>
              <a:t>"Test Restores Report"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Lucida Console" panose="020B0609040504020204" pitchFamily="49" charset="0"/>
              </a:rPr>
              <a:t>-Attachments</a:t>
            </a:r>
            <a:r>
              <a:rPr lang="en-US" sz="15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500" dirty="0">
                <a:solidFill>
                  <a:srgbClr val="A82D00"/>
                </a:solidFill>
                <a:latin typeface="Lucida Console" panose="020B0609040504020204" pitchFamily="49" charset="0"/>
              </a:rPr>
              <a:t>$Attachments 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29903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F80C-AB6C-90FA-CC9D-A2059764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Output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1F188-A5D4-1E55-7D9F-4016C3CD8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377440"/>
            <a:ext cx="11903148" cy="251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3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9F79-A7BA-6FEE-C484-A7CA0B19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Agent Job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A8C4A-4CF2-7D6B-F141-732BE5D33155}"/>
              </a:ext>
            </a:extLst>
          </p:cNvPr>
          <p:cNvSpPr txBox="1"/>
          <p:nvPr/>
        </p:nvSpPr>
        <p:spPr>
          <a:xfrm>
            <a:off x="951345" y="2327564"/>
            <a:ext cx="32881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Create a SQL Agent Job of Type Operating system (</a:t>
            </a:r>
            <a:r>
              <a:rPr lang="en-US" sz="2800" dirty="0" err="1"/>
              <a:t>CmdExec</a:t>
            </a:r>
            <a:r>
              <a:rPr lang="en-US" sz="2800" dirty="0"/>
              <a:t>) to call the script and run it on a schedule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2D79A-BF87-5E0D-8972-A9581BDB8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74320"/>
            <a:ext cx="5967293" cy="632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0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A5A273-28AD-320B-5664-3F97133AF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006"/>
            <a:ext cx="12131040" cy="59679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+mj-lt"/>
              </a:rPr>
              <a:t>Optional Parameters (partial list)</a:t>
            </a:r>
          </a:p>
          <a:p>
            <a:pPr marL="0" indent="0">
              <a:buNone/>
            </a:pPr>
            <a:endParaRPr lang="en-US" sz="4400" dirty="0"/>
          </a:p>
          <a:p>
            <a:pPr marL="457200" lvl="1" indent="0">
              <a:buNone/>
            </a:pPr>
            <a:r>
              <a:rPr lang="en-US" sz="5400" dirty="0"/>
              <a:t>-Database		           -</a:t>
            </a:r>
            <a:r>
              <a:rPr lang="en-US" sz="5400" dirty="0" err="1"/>
              <a:t>ExcludeDatabase</a:t>
            </a:r>
            <a:endParaRPr lang="en-US" sz="5400" dirty="0"/>
          </a:p>
          <a:p>
            <a:pPr marL="457200" lvl="1" indent="0">
              <a:buNone/>
            </a:pPr>
            <a:r>
              <a:rPr lang="en-US" sz="5400" dirty="0"/>
              <a:t>-</a:t>
            </a:r>
            <a:r>
              <a:rPr lang="en-US" sz="5400" dirty="0" err="1"/>
              <a:t>IgnoreDiffBackup</a:t>
            </a:r>
            <a:r>
              <a:rPr lang="en-US" sz="5400" dirty="0"/>
              <a:t>	     -</a:t>
            </a:r>
            <a:r>
              <a:rPr lang="en-US" sz="5400" dirty="0" err="1"/>
              <a:t>IgnoreLogBackup</a:t>
            </a:r>
            <a:endParaRPr lang="en-US" sz="5400" dirty="0"/>
          </a:p>
          <a:p>
            <a:pPr marL="457200" lvl="1" indent="0">
              <a:buNone/>
            </a:pPr>
            <a:r>
              <a:rPr lang="en-US" sz="5400" dirty="0"/>
              <a:t>-</a:t>
            </a:r>
            <a:r>
              <a:rPr lang="en-US" sz="5400" dirty="0" err="1"/>
              <a:t>NoCheck</a:t>
            </a:r>
            <a:r>
              <a:rPr lang="en-US" sz="5400" dirty="0"/>
              <a:t>		           -</a:t>
            </a:r>
            <a:r>
              <a:rPr lang="en-US" sz="5400" dirty="0" err="1"/>
              <a:t>NoDrop</a:t>
            </a:r>
            <a:endParaRPr lang="en-US" sz="5400" dirty="0"/>
          </a:p>
          <a:p>
            <a:pPr marL="457200" lvl="1" indent="0">
              <a:buNone/>
            </a:pPr>
            <a:r>
              <a:rPr lang="en-US" sz="5400" dirty="0"/>
              <a:t>-Prefix			           -</a:t>
            </a:r>
            <a:r>
              <a:rPr lang="en-US" sz="5400" dirty="0" err="1"/>
              <a:t>VerifyOnly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01303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172 3d Man With Big Question Mark Stock Photos, Pictures &amp; Royalty-Free  Images - iStock">
            <a:extLst>
              <a:ext uri="{FF2B5EF4-FFF2-40B4-BE49-F238E27FC236}">
                <a16:creationId xmlns:a16="http://schemas.microsoft.com/office/drawing/2014/main" id="{DD37A388-8C5F-8C26-C77F-5770728FC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0" y="274320"/>
            <a:ext cx="7461504" cy="633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65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341</Words>
  <Application>Microsoft Office PowerPoint</Application>
  <PresentationFormat>Widescreen</PresentationFormat>
  <Paragraphs>61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Lucida Console</vt:lpstr>
      <vt:lpstr>Office Theme</vt:lpstr>
      <vt:lpstr>Automate Database Backup Validation</vt:lpstr>
      <vt:lpstr>Test-DbaLastBackup (dbatools)</vt:lpstr>
      <vt:lpstr>Run Test-DbaLastBackup</vt:lpstr>
      <vt:lpstr>Assign Variables</vt:lpstr>
      <vt:lpstr>Loop Through List of Servers</vt:lpstr>
      <vt:lpstr>Email Output File as Attachment</vt:lpstr>
      <vt:lpstr>Output File</vt:lpstr>
      <vt:lpstr>SQL Agent Job</vt:lpstr>
      <vt:lpstr>PowerPoint Presentation</vt:lpstr>
      <vt:lpstr>PowerPoint Presentation</vt:lpstr>
    </vt:vector>
  </TitlesOfParts>
  <Company>Agri-Mark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 Database Restore Testing with dbatools</dc:title>
  <dc:creator>Joe Gavin</dc:creator>
  <cp:lastModifiedBy>Joe Gavin</cp:lastModifiedBy>
  <cp:revision>3</cp:revision>
  <dcterms:created xsi:type="dcterms:W3CDTF">2022-11-15T21:07:20Z</dcterms:created>
  <dcterms:modified xsi:type="dcterms:W3CDTF">2023-01-10T13:35:56Z</dcterms:modified>
</cp:coreProperties>
</file>